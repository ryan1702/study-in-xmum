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62" r:id="rId2"/>
    <p:sldId id="367" r:id="rId3"/>
    <p:sldId id="292" r:id="rId4"/>
    <p:sldId id="340" r:id="rId5"/>
    <p:sldId id="356" r:id="rId6"/>
    <p:sldId id="300" r:id="rId7"/>
    <p:sldId id="301" r:id="rId8"/>
    <p:sldId id="363" r:id="rId9"/>
    <p:sldId id="302" r:id="rId10"/>
    <p:sldId id="337" r:id="rId11"/>
    <p:sldId id="305" r:id="rId12"/>
    <p:sldId id="306" r:id="rId13"/>
    <p:sldId id="308" r:id="rId14"/>
    <p:sldId id="359" r:id="rId15"/>
    <p:sldId id="33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291" autoAdjust="0"/>
  </p:normalViewPr>
  <p:slideViewPr>
    <p:cSldViewPr snapToGrid="0">
      <p:cViewPr varScale="1">
        <p:scale>
          <a:sx n="76" d="100"/>
          <a:sy n="76" d="100"/>
        </p:scale>
        <p:origin x="3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9BFB70-FDEE-4999-B10B-CAAB2F64CF7A}" type="doc">
      <dgm:prSet loTypeId="urn:microsoft.com/office/officeart/2009/layout/CircleArrowProcess#1" loCatId="cycle" qsTypeId="urn:microsoft.com/office/officeart/2005/8/quickstyle/simple1#1" qsCatId="simple" csTypeId="urn:microsoft.com/office/officeart/2005/8/colors/colorful4#1" csCatId="colorful" phldr="1"/>
      <dgm:spPr/>
      <dgm:t>
        <a:bodyPr/>
        <a:lstStyle/>
        <a:p>
          <a:endParaRPr lang="en-US"/>
        </a:p>
      </dgm:t>
    </dgm:pt>
    <dgm:pt modelId="{5923981E-1FD9-4EF0-A03A-E6B20B7FC735}">
      <dgm:prSet phldrT="[Text]"/>
      <dgm:spPr/>
      <dgm:t>
        <a:bodyPr/>
        <a:lstStyle/>
        <a:p>
          <a:r>
            <a:rPr lang="en-US" dirty="0"/>
            <a:t>Written Communication</a:t>
          </a:r>
        </a:p>
      </dgm:t>
    </dgm:pt>
    <dgm:pt modelId="{41FE7B56-7638-4616-B9C7-AC8E4E47B6E4}" type="parTrans" cxnId="{3FE36465-F14A-4D7D-9FCF-A4D650AD9BCB}">
      <dgm:prSet/>
      <dgm:spPr/>
      <dgm:t>
        <a:bodyPr/>
        <a:lstStyle/>
        <a:p>
          <a:endParaRPr lang="en-US"/>
        </a:p>
      </dgm:t>
    </dgm:pt>
    <dgm:pt modelId="{FB54D929-D0C9-40B0-BBE5-4D54F8430F88}" type="sibTrans" cxnId="{3FE36465-F14A-4D7D-9FCF-A4D650AD9BCB}">
      <dgm:prSet/>
      <dgm:spPr/>
      <dgm:t>
        <a:bodyPr/>
        <a:lstStyle/>
        <a:p>
          <a:endParaRPr lang="en-US"/>
        </a:p>
      </dgm:t>
    </dgm:pt>
    <dgm:pt modelId="{7EE2CC2C-2DBE-4565-903B-37FD0D9F5243}">
      <dgm:prSet phldrT="[Text]" custT="1"/>
      <dgm:spPr/>
      <dgm:t>
        <a:bodyPr/>
        <a:lstStyle/>
        <a:p>
          <a:r>
            <a:rPr lang="en-US" sz="3600" dirty="0"/>
            <a:t>To persuade</a:t>
          </a:r>
        </a:p>
      </dgm:t>
    </dgm:pt>
    <dgm:pt modelId="{B466213B-4AB8-4581-80B4-49ED18E38FFB}" type="parTrans" cxnId="{0E2DEB97-9A38-40FB-84A3-9C63FEC902E3}">
      <dgm:prSet/>
      <dgm:spPr/>
      <dgm:t>
        <a:bodyPr/>
        <a:lstStyle/>
        <a:p>
          <a:endParaRPr lang="en-US"/>
        </a:p>
      </dgm:t>
    </dgm:pt>
    <dgm:pt modelId="{5EC784CB-7561-4828-AC00-9B236C44080A}" type="sibTrans" cxnId="{0E2DEB97-9A38-40FB-84A3-9C63FEC902E3}">
      <dgm:prSet/>
      <dgm:spPr/>
      <dgm:t>
        <a:bodyPr/>
        <a:lstStyle/>
        <a:p>
          <a:endParaRPr lang="en-US"/>
        </a:p>
      </dgm:t>
    </dgm:pt>
    <dgm:pt modelId="{379A4739-71E1-4419-8924-157AA7CA80F1}">
      <dgm:prSet phldrT="[Text]"/>
      <dgm:spPr/>
      <dgm:t>
        <a:bodyPr/>
        <a:lstStyle/>
        <a:p>
          <a:r>
            <a:rPr lang="en-US" sz="3600" dirty="0"/>
            <a:t>To inform </a:t>
          </a:r>
        </a:p>
      </dgm:t>
    </dgm:pt>
    <dgm:pt modelId="{97C9675B-73E5-4175-8F95-8DC99DFD482A}" type="parTrans" cxnId="{753FB7C2-A05F-4181-BF80-6218FB35F8BB}">
      <dgm:prSet/>
      <dgm:spPr/>
      <dgm:t>
        <a:bodyPr/>
        <a:lstStyle/>
        <a:p>
          <a:endParaRPr lang="en-US"/>
        </a:p>
      </dgm:t>
    </dgm:pt>
    <dgm:pt modelId="{4EE3B0B0-E864-44DB-BA75-CBB2F9567D2E}" type="sibTrans" cxnId="{753FB7C2-A05F-4181-BF80-6218FB35F8BB}">
      <dgm:prSet/>
      <dgm:spPr/>
      <dgm:t>
        <a:bodyPr/>
        <a:lstStyle/>
        <a:p>
          <a:endParaRPr lang="en-US"/>
        </a:p>
      </dgm:t>
    </dgm:pt>
    <dgm:pt modelId="{9EE8C1C4-CDDB-41F8-BB07-185D70027B4E}">
      <dgm:prSet phldrT="[Text]"/>
      <dgm:spPr/>
      <dgm:t>
        <a:bodyPr/>
        <a:lstStyle/>
        <a:p>
          <a:r>
            <a:rPr lang="en-US" sz="3600" dirty="0"/>
            <a:t>To promote goodwill</a:t>
          </a:r>
        </a:p>
      </dgm:t>
    </dgm:pt>
    <dgm:pt modelId="{B5D08528-6596-405B-AFC4-E1206CFB6FEE}" type="parTrans" cxnId="{2F5A6930-EA69-4F87-90F5-B59B8F1CB076}">
      <dgm:prSet/>
      <dgm:spPr/>
      <dgm:t>
        <a:bodyPr/>
        <a:lstStyle/>
        <a:p>
          <a:endParaRPr lang="en-US"/>
        </a:p>
      </dgm:t>
    </dgm:pt>
    <dgm:pt modelId="{78C2C705-7E40-459B-850B-A509C2E085D6}" type="sibTrans" cxnId="{2F5A6930-EA69-4F87-90F5-B59B8F1CB076}">
      <dgm:prSet/>
      <dgm:spPr/>
      <dgm:t>
        <a:bodyPr/>
        <a:lstStyle/>
        <a:p>
          <a:endParaRPr lang="en-US"/>
        </a:p>
      </dgm:t>
    </dgm:pt>
    <dgm:pt modelId="{6221B4EC-B2F8-4327-B81E-66D833ECB3B9}">
      <dgm:prSet phldrT="[Text]"/>
      <dgm:spPr/>
      <dgm:t>
        <a:bodyPr/>
        <a:lstStyle/>
        <a:p>
          <a:r>
            <a:rPr lang="en-US" sz="3600" dirty="0"/>
            <a:t>To request</a:t>
          </a:r>
        </a:p>
      </dgm:t>
    </dgm:pt>
    <dgm:pt modelId="{25076965-06AF-4EBA-8ABA-D92AAA707B1D}" type="parTrans" cxnId="{45E4A2E4-00A9-410C-8894-5A0661E4F557}">
      <dgm:prSet/>
      <dgm:spPr/>
    </dgm:pt>
    <dgm:pt modelId="{948379B0-3A39-4B3A-8CA4-1CDADB58052F}" type="sibTrans" cxnId="{45E4A2E4-00A9-410C-8894-5A0661E4F557}">
      <dgm:prSet/>
      <dgm:spPr/>
    </dgm:pt>
    <dgm:pt modelId="{FD581044-D8A7-4B3C-8C75-C75297A51633}" type="pres">
      <dgm:prSet presAssocID="{5E9BFB70-FDEE-4999-B10B-CAAB2F64CF7A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AF94BF01-953F-414F-A01E-667D95B8B42A}" type="pres">
      <dgm:prSet presAssocID="{5923981E-1FD9-4EF0-A03A-E6B20B7FC735}" presName="Accent1" presStyleCnt="0"/>
      <dgm:spPr/>
    </dgm:pt>
    <dgm:pt modelId="{C5FB2795-5BBA-4281-8E6A-B800C49F53B3}" type="pres">
      <dgm:prSet presAssocID="{5923981E-1FD9-4EF0-A03A-E6B20B7FC735}" presName="Accent" presStyleLbl="node1" presStyleIdx="0" presStyleCnt="1"/>
      <dgm:spPr/>
    </dgm:pt>
    <dgm:pt modelId="{E04AF2AC-5E5D-4F11-A269-BAFDD17945A7}" type="pres">
      <dgm:prSet presAssocID="{5923981E-1FD9-4EF0-A03A-E6B20B7FC735}" presName="Child1" presStyleLbl="revTx" presStyleIdx="0" presStyleCnt="2" custScaleX="160273" custLinFactNeighborX="27394" custLinFactNeighborY="5477">
        <dgm:presLayoutVars>
          <dgm:chMax val="0"/>
          <dgm:chPref val="0"/>
          <dgm:bulletEnabled val="1"/>
        </dgm:presLayoutVars>
      </dgm:prSet>
      <dgm:spPr/>
    </dgm:pt>
    <dgm:pt modelId="{D911F873-104D-4DD4-9221-83C3D32FF16C}" type="pres">
      <dgm:prSet presAssocID="{5923981E-1FD9-4EF0-A03A-E6B20B7FC735}" presName="Parent1" presStyleLbl="revTx" presStyleIdx="1" presStyleCnt="2">
        <dgm:presLayoutVars>
          <dgm:chMax val="1"/>
          <dgm:chPref val="1"/>
          <dgm:bulletEnabled val="1"/>
        </dgm:presLayoutVars>
      </dgm:prSet>
      <dgm:spPr/>
    </dgm:pt>
  </dgm:ptLst>
  <dgm:cxnLst>
    <dgm:cxn modelId="{DF8ACC14-630E-41C4-BD2D-E9BA039A19A9}" type="presOf" srcId="{5923981E-1FD9-4EF0-A03A-E6B20B7FC735}" destId="{D911F873-104D-4DD4-9221-83C3D32FF16C}" srcOrd="0" destOrd="0" presId="urn:microsoft.com/office/officeart/2009/layout/CircleArrowProcess#1"/>
    <dgm:cxn modelId="{2F5A6930-EA69-4F87-90F5-B59B8F1CB076}" srcId="{5923981E-1FD9-4EF0-A03A-E6B20B7FC735}" destId="{9EE8C1C4-CDDB-41F8-BB07-185D70027B4E}" srcOrd="2" destOrd="0" parTransId="{B5D08528-6596-405B-AFC4-E1206CFB6FEE}" sibTransId="{78C2C705-7E40-459B-850B-A509C2E085D6}"/>
    <dgm:cxn modelId="{DA3FD63E-2C78-409B-BD48-8D2C5DA21DA0}" type="presOf" srcId="{9EE8C1C4-CDDB-41F8-BB07-185D70027B4E}" destId="{E04AF2AC-5E5D-4F11-A269-BAFDD17945A7}" srcOrd="0" destOrd="2" presId="urn:microsoft.com/office/officeart/2009/layout/CircleArrowProcess#1"/>
    <dgm:cxn modelId="{3FE36465-F14A-4D7D-9FCF-A4D650AD9BCB}" srcId="{5E9BFB70-FDEE-4999-B10B-CAAB2F64CF7A}" destId="{5923981E-1FD9-4EF0-A03A-E6B20B7FC735}" srcOrd="0" destOrd="0" parTransId="{41FE7B56-7638-4616-B9C7-AC8E4E47B6E4}" sibTransId="{FB54D929-D0C9-40B0-BBE5-4D54F8430F88}"/>
    <dgm:cxn modelId="{94A26D4C-3E8A-4D48-8F8B-BB641BF7F238}" type="presOf" srcId="{6221B4EC-B2F8-4327-B81E-66D833ECB3B9}" destId="{E04AF2AC-5E5D-4F11-A269-BAFDD17945A7}" srcOrd="0" destOrd="3" presId="urn:microsoft.com/office/officeart/2009/layout/CircleArrowProcess#1"/>
    <dgm:cxn modelId="{0E2DEB97-9A38-40FB-84A3-9C63FEC902E3}" srcId="{5923981E-1FD9-4EF0-A03A-E6B20B7FC735}" destId="{7EE2CC2C-2DBE-4565-903B-37FD0D9F5243}" srcOrd="0" destOrd="0" parTransId="{B466213B-4AB8-4581-80B4-49ED18E38FFB}" sibTransId="{5EC784CB-7561-4828-AC00-9B236C44080A}"/>
    <dgm:cxn modelId="{0DF938B6-84DA-419F-86C8-A8F7B79EDC6E}" type="presOf" srcId="{7EE2CC2C-2DBE-4565-903B-37FD0D9F5243}" destId="{E04AF2AC-5E5D-4F11-A269-BAFDD17945A7}" srcOrd="0" destOrd="0" presId="urn:microsoft.com/office/officeart/2009/layout/CircleArrowProcess#1"/>
    <dgm:cxn modelId="{753FB7C2-A05F-4181-BF80-6218FB35F8BB}" srcId="{5923981E-1FD9-4EF0-A03A-E6B20B7FC735}" destId="{379A4739-71E1-4419-8924-157AA7CA80F1}" srcOrd="1" destOrd="0" parTransId="{97C9675B-73E5-4175-8F95-8DC99DFD482A}" sibTransId="{4EE3B0B0-E864-44DB-BA75-CBB2F9567D2E}"/>
    <dgm:cxn modelId="{4DFE57D5-2BAE-48C3-9C41-B310D793DD40}" type="presOf" srcId="{379A4739-71E1-4419-8924-157AA7CA80F1}" destId="{E04AF2AC-5E5D-4F11-A269-BAFDD17945A7}" srcOrd="0" destOrd="1" presId="urn:microsoft.com/office/officeart/2009/layout/CircleArrowProcess#1"/>
    <dgm:cxn modelId="{E0D11BE4-3CEA-4038-BA4F-4A7D674FE72D}" type="presOf" srcId="{5E9BFB70-FDEE-4999-B10B-CAAB2F64CF7A}" destId="{FD581044-D8A7-4B3C-8C75-C75297A51633}" srcOrd="0" destOrd="0" presId="urn:microsoft.com/office/officeart/2009/layout/CircleArrowProcess#1"/>
    <dgm:cxn modelId="{45E4A2E4-00A9-410C-8894-5A0661E4F557}" srcId="{5923981E-1FD9-4EF0-A03A-E6B20B7FC735}" destId="{6221B4EC-B2F8-4327-B81E-66D833ECB3B9}" srcOrd="3" destOrd="0" parTransId="{25076965-06AF-4EBA-8ABA-D92AAA707B1D}" sibTransId="{948379B0-3A39-4B3A-8CA4-1CDADB58052F}"/>
    <dgm:cxn modelId="{1863D4A0-CD9D-44C2-809C-22FE60AFFAAE}" type="presParOf" srcId="{FD581044-D8A7-4B3C-8C75-C75297A51633}" destId="{AF94BF01-953F-414F-A01E-667D95B8B42A}" srcOrd="0" destOrd="0" presId="urn:microsoft.com/office/officeart/2009/layout/CircleArrowProcess#1"/>
    <dgm:cxn modelId="{1501D80A-EC77-46A2-B71E-A7E7C2856610}" type="presParOf" srcId="{AF94BF01-953F-414F-A01E-667D95B8B42A}" destId="{C5FB2795-5BBA-4281-8E6A-B800C49F53B3}" srcOrd="0" destOrd="0" presId="urn:microsoft.com/office/officeart/2009/layout/CircleArrowProcess#1"/>
    <dgm:cxn modelId="{6FC84575-287C-4281-A47E-C3C678D27ED2}" type="presParOf" srcId="{FD581044-D8A7-4B3C-8C75-C75297A51633}" destId="{E04AF2AC-5E5D-4F11-A269-BAFDD17945A7}" srcOrd="1" destOrd="0" presId="urn:microsoft.com/office/officeart/2009/layout/CircleArrowProcess#1"/>
    <dgm:cxn modelId="{3921BD02-3E64-4242-8526-B99C70DDC356}" type="presParOf" srcId="{FD581044-D8A7-4B3C-8C75-C75297A51633}" destId="{D911F873-104D-4DD4-9221-83C3D32FF16C}" srcOrd="2" destOrd="0" presId="urn:microsoft.com/office/officeart/2009/layout/CircleArrowProcess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1694C8-2C1E-4B50-AD24-1EB13222E7C6}" type="doc">
      <dgm:prSet loTypeId="urn:microsoft.com/office/officeart/2005/8/layout/hProcess11#1" loCatId="process" qsTypeId="urn:microsoft.com/office/officeart/2005/8/quickstyle/simple1#2" qsCatId="simple" csTypeId="urn:microsoft.com/office/officeart/2005/8/colors/colorful4#2" csCatId="colorful" phldr="1"/>
      <dgm:spPr/>
      <dgm:t>
        <a:bodyPr/>
        <a:lstStyle/>
        <a:p>
          <a:endParaRPr lang="en-MY"/>
        </a:p>
      </dgm:t>
    </dgm:pt>
    <dgm:pt modelId="{AD653D1E-A650-42F3-836B-BF31878D98AE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MY" sz="4800" dirty="0">
              <a:latin typeface="+mj-lt"/>
              <a:cs typeface="+mj-lt"/>
            </a:rPr>
            <a:t>Purpo</a:t>
          </a:r>
          <a:r>
            <a:rPr lang="en-US" altLang="en-MY" sz="4800" dirty="0">
              <a:latin typeface="+mj-lt"/>
              <a:cs typeface="+mj-lt"/>
            </a:rPr>
            <a:t>s</a:t>
          </a:r>
          <a:r>
            <a:rPr lang="en-MY" sz="4800" dirty="0">
              <a:latin typeface="+mj-lt"/>
              <a:cs typeface="+mj-lt"/>
            </a:rPr>
            <a:t>e</a:t>
          </a:r>
          <a:r>
            <a:rPr lang="en-MY" sz="5000" dirty="0">
              <a:latin typeface="+mj-lt"/>
              <a:cs typeface="+mj-lt"/>
            </a:rPr>
            <a:t> </a:t>
          </a:r>
          <a:endParaRPr sz="4700">
            <a:latin typeface="+mj-lt"/>
            <a:cs typeface="+mj-lt"/>
          </a:endParaRPr>
        </a:p>
      </dgm:t>
    </dgm:pt>
    <dgm:pt modelId="{FF678895-3C38-4073-8C63-89FB8D413F6E}" type="parTrans" cxnId="{5847166C-33F1-4ECD-959C-D67148CA2C0C}">
      <dgm:prSet/>
      <dgm:spPr/>
      <dgm:t>
        <a:bodyPr/>
        <a:lstStyle/>
        <a:p>
          <a:endParaRPr lang="en-MY"/>
        </a:p>
      </dgm:t>
    </dgm:pt>
    <dgm:pt modelId="{B06CC404-183D-4B33-B00B-BBC20DD3E905}" type="sibTrans" cxnId="{5847166C-33F1-4ECD-959C-D67148CA2C0C}">
      <dgm:prSet/>
      <dgm:spPr/>
      <dgm:t>
        <a:bodyPr/>
        <a:lstStyle/>
        <a:p>
          <a:endParaRPr lang="en-MY"/>
        </a:p>
      </dgm:t>
    </dgm:pt>
    <dgm:pt modelId="{3F2E1726-BA4C-40B1-8514-33B67ABAD474}">
      <dgm:prSet phldrT="[Text]"/>
      <dgm:spPr/>
      <dgm:t>
        <a:bodyPr/>
        <a:lstStyle/>
        <a:p>
          <a:r>
            <a:rPr lang="en-MY" b="1" dirty="0">
              <a:latin typeface="Aharoni" panose="02010803020104030203" pitchFamily="2" charset="-79"/>
              <a:cs typeface="Aharoni" panose="02010803020104030203" pitchFamily="2" charset="-79"/>
            </a:rPr>
            <a:t>D</a:t>
          </a:r>
          <a:r>
            <a:rPr lang="en-MY" dirty="0"/>
            <a:t>etail</a:t>
          </a:r>
        </a:p>
      </dgm:t>
    </dgm:pt>
    <dgm:pt modelId="{21BD0B6C-776A-4649-B6C6-4CB2A5845C05}" type="parTrans" cxnId="{804E046D-F103-413F-A8E1-33E3D4F26C2A}">
      <dgm:prSet/>
      <dgm:spPr/>
      <dgm:t>
        <a:bodyPr/>
        <a:lstStyle/>
        <a:p>
          <a:endParaRPr lang="en-MY"/>
        </a:p>
      </dgm:t>
    </dgm:pt>
    <dgm:pt modelId="{B7C3C03B-25ED-4651-96D2-B9322508C207}" type="sibTrans" cxnId="{804E046D-F103-413F-A8E1-33E3D4F26C2A}">
      <dgm:prSet/>
      <dgm:spPr/>
      <dgm:t>
        <a:bodyPr/>
        <a:lstStyle/>
        <a:p>
          <a:endParaRPr lang="en-MY"/>
        </a:p>
      </dgm:t>
    </dgm:pt>
    <dgm:pt modelId="{66CD1151-28B2-4BCB-B32D-CF183D3099F3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MY" sz="5400" dirty="0">
              <a:latin typeface="+mj-lt"/>
              <a:cs typeface="+mj-lt"/>
            </a:rPr>
            <a:t>Action</a:t>
          </a:r>
        </a:p>
      </dgm:t>
    </dgm:pt>
    <dgm:pt modelId="{2816972B-D8F7-4852-8DB1-E329E92B79C4}" type="parTrans" cxnId="{8BD93971-290C-494E-BDC4-7810E3C6AA2F}">
      <dgm:prSet/>
      <dgm:spPr/>
      <dgm:t>
        <a:bodyPr/>
        <a:lstStyle/>
        <a:p>
          <a:endParaRPr lang="en-MY"/>
        </a:p>
      </dgm:t>
    </dgm:pt>
    <dgm:pt modelId="{3EF4D4E3-C330-42F7-AEB7-FB781C5D8A4A}" type="sibTrans" cxnId="{8BD93971-290C-494E-BDC4-7810E3C6AA2F}">
      <dgm:prSet/>
      <dgm:spPr/>
      <dgm:t>
        <a:bodyPr/>
        <a:lstStyle/>
        <a:p>
          <a:endParaRPr lang="en-MY"/>
        </a:p>
      </dgm:t>
    </dgm:pt>
    <dgm:pt modelId="{9B1711B0-C0BB-4059-B87A-311215FE86AD}" type="pres">
      <dgm:prSet presAssocID="{7A1694C8-2C1E-4B50-AD24-1EB13222E7C6}" presName="Name0" presStyleCnt="0">
        <dgm:presLayoutVars>
          <dgm:dir/>
          <dgm:resizeHandles val="exact"/>
        </dgm:presLayoutVars>
      </dgm:prSet>
      <dgm:spPr/>
    </dgm:pt>
    <dgm:pt modelId="{3DF93ECB-0464-431E-BEFC-94D4C2501D01}" type="pres">
      <dgm:prSet presAssocID="{7A1694C8-2C1E-4B50-AD24-1EB13222E7C6}" presName="arrow" presStyleLbl="bgShp" presStyleIdx="0" presStyleCnt="1"/>
      <dgm:spPr/>
    </dgm:pt>
    <dgm:pt modelId="{21006351-7270-49FA-9CB4-32DDCC430B07}" type="pres">
      <dgm:prSet presAssocID="{7A1694C8-2C1E-4B50-AD24-1EB13222E7C6}" presName="points" presStyleCnt="0"/>
      <dgm:spPr/>
    </dgm:pt>
    <dgm:pt modelId="{F1551F8F-5FDD-416D-A39F-A2C04DE18073}" type="pres">
      <dgm:prSet presAssocID="{AD653D1E-A650-42F3-836B-BF31878D98AE}" presName="compositeA" presStyleCnt="0"/>
      <dgm:spPr/>
    </dgm:pt>
    <dgm:pt modelId="{1D428DED-8FD3-46A5-ADCC-A79083632AF7}" type="pres">
      <dgm:prSet presAssocID="{AD653D1E-A650-42F3-836B-BF31878D98AE}" presName="textA" presStyleLbl="revTx" presStyleIdx="0" presStyleCnt="3" custScaleX="153756">
        <dgm:presLayoutVars>
          <dgm:bulletEnabled val="1"/>
        </dgm:presLayoutVars>
      </dgm:prSet>
      <dgm:spPr/>
    </dgm:pt>
    <dgm:pt modelId="{5F9BEF25-32F8-4641-BCFF-60C973A46445}" type="pres">
      <dgm:prSet presAssocID="{AD653D1E-A650-42F3-836B-BF31878D98AE}" presName="circleA" presStyleLbl="node1" presStyleIdx="0" presStyleCnt="3"/>
      <dgm:spPr/>
    </dgm:pt>
    <dgm:pt modelId="{2E0D7CBB-F650-48B9-BDD8-8F007033C41F}" type="pres">
      <dgm:prSet presAssocID="{AD653D1E-A650-42F3-836B-BF31878D98AE}" presName="spaceA" presStyleCnt="0"/>
      <dgm:spPr/>
    </dgm:pt>
    <dgm:pt modelId="{ABE6F8A4-40B9-459A-A894-D88ED3F56EA6}" type="pres">
      <dgm:prSet presAssocID="{B06CC404-183D-4B33-B00B-BBC20DD3E905}" presName="space" presStyleCnt="0"/>
      <dgm:spPr/>
    </dgm:pt>
    <dgm:pt modelId="{6B1F9B81-B149-4084-A24C-A372D1597E49}" type="pres">
      <dgm:prSet presAssocID="{3F2E1726-BA4C-40B1-8514-33B67ABAD474}" presName="compositeB" presStyleCnt="0"/>
      <dgm:spPr/>
    </dgm:pt>
    <dgm:pt modelId="{CC09EB14-3900-4E8D-B3AD-55F3A27044CA}" type="pres">
      <dgm:prSet presAssocID="{3F2E1726-BA4C-40B1-8514-33B67ABAD474}" presName="textB" presStyleLbl="revTx" presStyleIdx="1" presStyleCnt="3">
        <dgm:presLayoutVars>
          <dgm:bulletEnabled val="1"/>
        </dgm:presLayoutVars>
      </dgm:prSet>
      <dgm:spPr/>
    </dgm:pt>
    <dgm:pt modelId="{8B18F89A-1DB7-4A4B-8EC3-5334BE150F9D}" type="pres">
      <dgm:prSet presAssocID="{3F2E1726-BA4C-40B1-8514-33B67ABAD474}" presName="circleB" presStyleLbl="node1" presStyleIdx="1" presStyleCnt="3"/>
      <dgm:spPr/>
    </dgm:pt>
    <dgm:pt modelId="{DCD2B40F-ADB6-4DC2-B2F8-6F1E4CBE6768}" type="pres">
      <dgm:prSet presAssocID="{3F2E1726-BA4C-40B1-8514-33B67ABAD474}" presName="spaceB" presStyleCnt="0"/>
      <dgm:spPr/>
    </dgm:pt>
    <dgm:pt modelId="{5E07F932-BFD4-4077-9539-903405FF1955}" type="pres">
      <dgm:prSet presAssocID="{B7C3C03B-25ED-4651-96D2-B9322508C207}" presName="space" presStyleCnt="0"/>
      <dgm:spPr/>
    </dgm:pt>
    <dgm:pt modelId="{B0952A77-E951-4F01-B964-4CF4BA97CB2F}" type="pres">
      <dgm:prSet presAssocID="{66CD1151-28B2-4BCB-B32D-CF183D3099F3}" presName="compositeA" presStyleCnt="0"/>
      <dgm:spPr/>
    </dgm:pt>
    <dgm:pt modelId="{BD5E3A6F-69BB-407C-9660-C7B376C9C339}" type="pres">
      <dgm:prSet presAssocID="{66CD1151-28B2-4BCB-B32D-CF183D3099F3}" presName="textA" presStyleLbl="revTx" presStyleIdx="2" presStyleCnt="3" custScaleX="150263">
        <dgm:presLayoutVars>
          <dgm:bulletEnabled val="1"/>
        </dgm:presLayoutVars>
      </dgm:prSet>
      <dgm:spPr/>
    </dgm:pt>
    <dgm:pt modelId="{8490BDE5-4345-4FCD-9C2F-E0AC02F89DA5}" type="pres">
      <dgm:prSet presAssocID="{66CD1151-28B2-4BCB-B32D-CF183D3099F3}" presName="circleA" presStyleLbl="node1" presStyleIdx="2" presStyleCnt="3"/>
      <dgm:spPr/>
    </dgm:pt>
    <dgm:pt modelId="{C4731CAC-8362-4CC5-9407-51EE597FD299}" type="pres">
      <dgm:prSet presAssocID="{66CD1151-28B2-4BCB-B32D-CF183D3099F3}" presName="spaceA" presStyleCnt="0"/>
      <dgm:spPr/>
    </dgm:pt>
  </dgm:ptLst>
  <dgm:cxnLst>
    <dgm:cxn modelId="{C3D4CC26-97FE-4530-AA8D-A672877625C3}" type="presOf" srcId="{3F2E1726-BA4C-40B1-8514-33B67ABAD474}" destId="{CC09EB14-3900-4E8D-B3AD-55F3A27044CA}" srcOrd="0" destOrd="0" presId="urn:microsoft.com/office/officeart/2005/8/layout/hProcess11#1"/>
    <dgm:cxn modelId="{850CD245-DE69-44A1-9214-1AE113452F3D}" type="presOf" srcId="{66CD1151-28B2-4BCB-B32D-CF183D3099F3}" destId="{BD5E3A6F-69BB-407C-9660-C7B376C9C339}" srcOrd="0" destOrd="0" presId="urn:microsoft.com/office/officeart/2005/8/layout/hProcess11#1"/>
    <dgm:cxn modelId="{5847166C-33F1-4ECD-959C-D67148CA2C0C}" srcId="{7A1694C8-2C1E-4B50-AD24-1EB13222E7C6}" destId="{AD653D1E-A650-42F3-836B-BF31878D98AE}" srcOrd="0" destOrd="0" parTransId="{FF678895-3C38-4073-8C63-89FB8D413F6E}" sibTransId="{B06CC404-183D-4B33-B00B-BBC20DD3E905}"/>
    <dgm:cxn modelId="{804E046D-F103-413F-A8E1-33E3D4F26C2A}" srcId="{7A1694C8-2C1E-4B50-AD24-1EB13222E7C6}" destId="{3F2E1726-BA4C-40B1-8514-33B67ABAD474}" srcOrd="1" destOrd="0" parTransId="{21BD0B6C-776A-4649-B6C6-4CB2A5845C05}" sibTransId="{B7C3C03B-25ED-4651-96D2-B9322508C207}"/>
    <dgm:cxn modelId="{8BD93971-290C-494E-BDC4-7810E3C6AA2F}" srcId="{7A1694C8-2C1E-4B50-AD24-1EB13222E7C6}" destId="{66CD1151-28B2-4BCB-B32D-CF183D3099F3}" srcOrd="2" destOrd="0" parTransId="{2816972B-D8F7-4852-8DB1-E329E92B79C4}" sibTransId="{3EF4D4E3-C330-42F7-AEB7-FB781C5D8A4A}"/>
    <dgm:cxn modelId="{2A6B915A-0EE1-47E4-8870-F2EDDD414B69}" type="presOf" srcId="{7A1694C8-2C1E-4B50-AD24-1EB13222E7C6}" destId="{9B1711B0-C0BB-4059-B87A-311215FE86AD}" srcOrd="0" destOrd="0" presId="urn:microsoft.com/office/officeart/2005/8/layout/hProcess11#1"/>
    <dgm:cxn modelId="{D092B192-ED54-4746-86D5-1345B139B558}" type="presOf" srcId="{AD653D1E-A650-42F3-836B-BF31878D98AE}" destId="{1D428DED-8FD3-46A5-ADCC-A79083632AF7}" srcOrd="0" destOrd="0" presId="urn:microsoft.com/office/officeart/2005/8/layout/hProcess11#1"/>
    <dgm:cxn modelId="{61A2A2E9-4C1C-4AEB-A77C-ADB1765BB3E0}" type="presParOf" srcId="{9B1711B0-C0BB-4059-B87A-311215FE86AD}" destId="{3DF93ECB-0464-431E-BEFC-94D4C2501D01}" srcOrd="0" destOrd="0" presId="urn:microsoft.com/office/officeart/2005/8/layout/hProcess11#1"/>
    <dgm:cxn modelId="{FE483AF3-5D50-4A44-AFC4-71BE2A7CF37F}" type="presParOf" srcId="{9B1711B0-C0BB-4059-B87A-311215FE86AD}" destId="{21006351-7270-49FA-9CB4-32DDCC430B07}" srcOrd="1" destOrd="0" presId="urn:microsoft.com/office/officeart/2005/8/layout/hProcess11#1"/>
    <dgm:cxn modelId="{888F17D2-2D77-4619-8650-9D818676777B}" type="presParOf" srcId="{21006351-7270-49FA-9CB4-32DDCC430B07}" destId="{F1551F8F-5FDD-416D-A39F-A2C04DE18073}" srcOrd="0" destOrd="0" presId="urn:microsoft.com/office/officeart/2005/8/layout/hProcess11#1"/>
    <dgm:cxn modelId="{3353BB69-4B05-4E8F-B51F-1800373D15D3}" type="presParOf" srcId="{F1551F8F-5FDD-416D-A39F-A2C04DE18073}" destId="{1D428DED-8FD3-46A5-ADCC-A79083632AF7}" srcOrd="0" destOrd="0" presId="urn:microsoft.com/office/officeart/2005/8/layout/hProcess11#1"/>
    <dgm:cxn modelId="{162ADF04-5402-47A9-950D-002407BA2B9A}" type="presParOf" srcId="{F1551F8F-5FDD-416D-A39F-A2C04DE18073}" destId="{5F9BEF25-32F8-4641-BCFF-60C973A46445}" srcOrd="1" destOrd="0" presId="urn:microsoft.com/office/officeart/2005/8/layout/hProcess11#1"/>
    <dgm:cxn modelId="{CC7016DD-145B-4AB5-9B67-F602D9F8AD0A}" type="presParOf" srcId="{F1551F8F-5FDD-416D-A39F-A2C04DE18073}" destId="{2E0D7CBB-F650-48B9-BDD8-8F007033C41F}" srcOrd="2" destOrd="0" presId="urn:microsoft.com/office/officeart/2005/8/layout/hProcess11#1"/>
    <dgm:cxn modelId="{5CF2615A-232D-404F-B512-2A675C0CC257}" type="presParOf" srcId="{21006351-7270-49FA-9CB4-32DDCC430B07}" destId="{ABE6F8A4-40B9-459A-A894-D88ED3F56EA6}" srcOrd="1" destOrd="0" presId="urn:microsoft.com/office/officeart/2005/8/layout/hProcess11#1"/>
    <dgm:cxn modelId="{2159AC32-3CA4-4B22-8302-3C9F31749784}" type="presParOf" srcId="{21006351-7270-49FA-9CB4-32DDCC430B07}" destId="{6B1F9B81-B149-4084-A24C-A372D1597E49}" srcOrd="2" destOrd="0" presId="urn:microsoft.com/office/officeart/2005/8/layout/hProcess11#1"/>
    <dgm:cxn modelId="{2F2C1FD9-1100-41CE-AC1D-65ADC93C1554}" type="presParOf" srcId="{6B1F9B81-B149-4084-A24C-A372D1597E49}" destId="{CC09EB14-3900-4E8D-B3AD-55F3A27044CA}" srcOrd="0" destOrd="0" presId="urn:microsoft.com/office/officeart/2005/8/layout/hProcess11#1"/>
    <dgm:cxn modelId="{AC431B01-FC44-4A5C-AA09-B04AA377FCB1}" type="presParOf" srcId="{6B1F9B81-B149-4084-A24C-A372D1597E49}" destId="{8B18F89A-1DB7-4A4B-8EC3-5334BE150F9D}" srcOrd="1" destOrd="0" presId="urn:microsoft.com/office/officeart/2005/8/layout/hProcess11#1"/>
    <dgm:cxn modelId="{A0CE7BED-5E87-418B-A317-FC701A528117}" type="presParOf" srcId="{6B1F9B81-B149-4084-A24C-A372D1597E49}" destId="{DCD2B40F-ADB6-4DC2-B2F8-6F1E4CBE6768}" srcOrd="2" destOrd="0" presId="urn:microsoft.com/office/officeart/2005/8/layout/hProcess11#1"/>
    <dgm:cxn modelId="{DEB3B6F5-4D1E-4A31-8728-2D581C10AE60}" type="presParOf" srcId="{21006351-7270-49FA-9CB4-32DDCC430B07}" destId="{5E07F932-BFD4-4077-9539-903405FF1955}" srcOrd="3" destOrd="0" presId="urn:microsoft.com/office/officeart/2005/8/layout/hProcess11#1"/>
    <dgm:cxn modelId="{ED4859DE-E011-47FD-AF4F-30400A04C708}" type="presParOf" srcId="{21006351-7270-49FA-9CB4-32DDCC430B07}" destId="{B0952A77-E951-4F01-B964-4CF4BA97CB2F}" srcOrd="4" destOrd="0" presId="urn:microsoft.com/office/officeart/2005/8/layout/hProcess11#1"/>
    <dgm:cxn modelId="{725BAA27-7F9F-4DEC-AA4A-F75F930518CD}" type="presParOf" srcId="{B0952A77-E951-4F01-B964-4CF4BA97CB2F}" destId="{BD5E3A6F-69BB-407C-9660-C7B376C9C339}" srcOrd="0" destOrd="0" presId="urn:microsoft.com/office/officeart/2005/8/layout/hProcess11#1"/>
    <dgm:cxn modelId="{63D345AD-E567-4E8D-A902-47293AAAABFF}" type="presParOf" srcId="{B0952A77-E951-4F01-B964-4CF4BA97CB2F}" destId="{8490BDE5-4345-4FCD-9C2F-E0AC02F89DA5}" srcOrd="1" destOrd="0" presId="urn:microsoft.com/office/officeart/2005/8/layout/hProcess11#1"/>
    <dgm:cxn modelId="{494CB388-72FF-48D8-B763-599D024348EA}" type="presParOf" srcId="{B0952A77-E951-4F01-B964-4CF4BA97CB2F}" destId="{C4731CAC-8362-4CC5-9407-51EE597FD299}" srcOrd="2" destOrd="0" presId="urn:microsoft.com/office/officeart/2005/8/layout/hProcess1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F10DDB-52C6-43DA-AB67-4944ABBA4C27}" type="doc">
      <dgm:prSet loTypeId="urn:microsoft.com/office/officeart/2005/8/layout/radial6#1" loCatId="cycle" qsTypeId="urn:microsoft.com/office/officeart/2005/8/quickstyle/simple1#3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91C85A73-3546-46A7-8F17-937DD57E8F05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dirty="0">
              <a:solidFill>
                <a:schemeClr val="tx1"/>
              </a:solidFill>
            </a:rPr>
            <a:t>4 Cs of Communication </a:t>
          </a:r>
          <a:endParaRPr sz="1200"/>
        </a:p>
      </dgm:t>
    </dgm:pt>
    <dgm:pt modelId="{BECC97F3-AAAC-4ADF-B8A5-84F1AF17F6B7}" type="parTrans" cxnId="{B05D199F-E884-49AE-8EDB-BAF8CF6D59BA}">
      <dgm:prSet/>
      <dgm:spPr/>
      <dgm:t>
        <a:bodyPr/>
        <a:lstStyle/>
        <a:p>
          <a:endParaRPr lang="en-US"/>
        </a:p>
      </dgm:t>
    </dgm:pt>
    <dgm:pt modelId="{50802806-2779-406E-AF7B-CD174A83EF15}" type="sibTrans" cxnId="{B05D199F-E884-49AE-8EDB-BAF8CF6D59BA}">
      <dgm:prSet/>
      <dgm:spPr/>
      <dgm:t>
        <a:bodyPr/>
        <a:lstStyle/>
        <a:p>
          <a:endParaRPr lang="en-US"/>
        </a:p>
      </dgm:t>
    </dgm:pt>
    <dgm:pt modelId="{FCC7926C-AE66-4BC0-9AFD-D66471FB27C2}">
      <dgm:prSet phldrT="[Text]" custT="1"/>
      <dgm:spPr/>
      <dgm:t>
        <a:bodyPr/>
        <a:lstStyle/>
        <a:p>
          <a:r>
            <a:rPr lang="en-US" sz="1600" b="1" baseline="0" dirty="0">
              <a:solidFill>
                <a:schemeClr val="tx1"/>
              </a:solidFill>
            </a:rPr>
            <a:t>Clarity</a:t>
          </a:r>
        </a:p>
      </dgm:t>
    </dgm:pt>
    <dgm:pt modelId="{24C87639-67A6-4AEE-80E7-EEC63A4BA48C}" type="parTrans" cxnId="{2986EE5B-9E2F-4B32-9F7A-E5085B2BCDC3}">
      <dgm:prSet/>
      <dgm:spPr/>
      <dgm:t>
        <a:bodyPr/>
        <a:lstStyle/>
        <a:p>
          <a:endParaRPr lang="en-US"/>
        </a:p>
      </dgm:t>
    </dgm:pt>
    <dgm:pt modelId="{9462222D-3AAD-4E90-8B2D-7EF2E3532C7D}" type="sibTrans" cxnId="{2986EE5B-9E2F-4B32-9F7A-E5085B2BCDC3}">
      <dgm:prSet/>
      <dgm:spPr/>
      <dgm:t>
        <a:bodyPr/>
        <a:lstStyle/>
        <a:p>
          <a:endParaRPr lang="en-US"/>
        </a:p>
      </dgm:t>
    </dgm:pt>
    <dgm:pt modelId="{2E6F2830-827A-4FFD-A148-54D3E1BA7271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baseline="0" dirty="0">
              <a:solidFill>
                <a:schemeClr val="tx1"/>
              </a:solidFill>
            </a:rPr>
            <a:t>Concision </a:t>
          </a:r>
        </a:p>
      </dgm:t>
    </dgm:pt>
    <dgm:pt modelId="{4FB5A870-678E-4EEF-B9BC-FCD54D791C98}" type="parTrans" cxnId="{56F81B56-E15A-426B-80F4-9C2200221068}">
      <dgm:prSet/>
      <dgm:spPr/>
      <dgm:t>
        <a:bodyPr/>
        <a:lstStyle/>
        <a:p>
          <a:endParaRPr lang="en-US"/>
        </a:p>
      </dgm:t>
    </dgm:pt>
    <dgm:pt modelId="{EFF1CF08-894E-475F-AA20-583DEE4C344D}" type="sibTrans" cxnId="{56F81B56-E15A-426B-80F4-9C2200221068}">
      <dgm:prSet/>
      <dgm:spPr/>
      <dgm:t>
        <a:bodyPr/>
        <a:lstStyle/>
        <a:p>
          <a:endParaRPr lang="en-US"/>
        </a:p>
      </dgm:t>
    </dgm:pt>
    <dgm:pt modelId="{7252FBFB-5290-4AEB-B779-BA9CE87484B3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baseline="0" dirty="0">
              <a:solidFill>
                <a:schemeClr val="tx1"/>
              </a:solidFill>
            </a:rPr>
            <a:t>Coherence</a:t>
          </a:r>
        </a:p>
      </dgm:t>
    </dgm:pt>
    <dgm:pt modelId="{37259AD0-D099-46AE-8203-6A2D010136D0}" type="parTrans" cxnId="{BBDFBAD1-4AA8-4FED-8ED5-8207E1C2657D}">
      <dgm:prSet/>
      <dgm:spPr/>
      <dgm:t>
        <a:bodyPr/>
        <a:lstStyle/>
        <a:p>
          <a:endParaRPr lang="en-US"/>
        </a:p>
      </dgm:t>
    </dgm:pt>
    <dgm:pt modelId="{3B1D17CC-4ADB-4F2F-BA5D-29E80AE4B6F9}" type="sibTrans" cxnId="{BBDFBAD1-4AA8-4FED-8ED5-8207E1C2657D}">
      <dgm:prSet/>
      <dgm:spPr/>
      <dgm:t>
        <a:bodyPr/>
        <a:lstStyle/>
        <a:p>
          <a:endParaRPr lang="en-US"/>
        </a:p>
      </dgm:t>
    </dgm:pt>
    <dgm:pt modelId="{FA62627C-EDC7-4012-BF1E-9BD9A80468E2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baseline="0" dirty="0">
              <a:solidFill>
                <a:schemeClr val="tx1"/>
              </a:solidFill>
            </a:rPr>
            <a:t>Continuity</a:t>
          </a:r>
          <a:endParaRPr sz="1400"/>
        </a:p>
      </dgm:t>
    </dgm:pt>
    <dgm:pt modelId="{DA34C067-448A-4987-9E74-B91237FB7B67}" type="parTrans" cxnId="{E4098C15-C03E-4E28-98C1-326C3E508282}">
      <dgm:prSet/>
      <dgm:spPr/>
      <dgm:t>
        <a:bodyPr/>
        <a:lstStyle/>
        <a:p>
          <a:endParaRPr lang="en-US"/>
        </a:p>
      </dgm:t>
    </dgm:pt>
    <dgm:pt modelId="{125223BA-D328-432F-8B85-101EFA1ACE3C}" type="sibTrans" cxnId="{E4098C15-C03E-4E28-98C1-326C3E508282}">
      <dgm:prSet/>
      <dgm:spPr/>
      <dgm:t>
        <a:bodyPr/>
        <a:lstStyle/>
        <a:p>
          <a:endParaRPr lang="en-US"/>
        </a:p>
      </dgm:t>
    </dgm:pt>
    <dgm:pt modelId="{A546B174-45DB-4A3F-BF4B-DA277CC27541}" type="pres">
      <dgm:prSet presAssocID="{72F10DDB-52C6-43DA-AB67-4944ABBA4C27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2E3CFE9-F72B-4376-95C3-A839A8F26716}" type="pres">
      <dgm:prSet presAssocID="{91C85A73-3546-46A7-8F17-937DD57E8F05}" presName="centerShape" presStyleLbl="node0" presStyleIdx="0" presStyleCnt="1" custScaleX="119412"/>
      <dgm:spPr/>
    </dgm:pt>
    <dgm:pt modelId="{64628C22-E85C-46C6-9DBC-B04DE19FD876}" type="pres">
      <dgm:prSet presAssocID="{FCC7926C-AE66-4BC0-9AFD-D66471FB27C2}" presName="node" presStyleLbl="node1" presStyleIdx="0" presStyleCnt="4" custScaleX="119412">
        <dgm:presLayoutVars>
          <dgm:bulletEnabled val="1"/>
        </dgm:presLayoutVars>
      </dgm:prSet>
      <dgm:spPr/>
    </dgm:pt>
    <dgm:pt modelId="{8F95A044-62FF-49C8-A610-43FF76EE09EB}" type="pres">
      <dgm:prSet presAssocID="{FCC7926C-AE66-4BC0-9AFD-D66471FB27C2}" presName="dummy" presStyleCnt="0"/>
      <dgm:spPr/>
    </dgm:pt>
    <dgm:pt modelId="{D9529DEE-ADBB-473F-8960-B1E028A71BC6}" type="pres">
      <dgm:prSet presAssocID="{9462222D-3AAD-4E90-8B2D-7EF2E3532C7D}" presName="sibTrans" presStyleLbl="sibTrans2D1" presStyleIdx="0" presStyleCnt="4"/>
      <dgm:spPr/>
    </dgm:pt>
    <dgm:pt modelId="{6E079115-908C-44D0-9193-E7680D86A520}" type="pres">
      <dgm:prSet presAssocID="{2E6F2830-827A-4FFD-A148-54D3E1BA7271}" presName="node" presStyleLbl="node1" presStyleIdx="1" presStyleCnt="4" custScaleX="119412">
        <dgm:presLayoutVars>
          <dgm:bulletEnabled val="1"/>
        </dgm:presLayoutVars>
      </dgm:prSet>
      <dgm:spPr/>
    </dgm:pt>
    <dgm:pt modelId="{A6C0745E-9397-40E0-8719-3480E9A385AB}" type="pres">
      <dgm:prSet presAssocID="{2E6F2830-827A-4FFD-A148-54D3E1BA7271}" presName="dummy" presStyleCnt="0"/>
      <dgm:spPr/>
    </dgm:pt>
    <dgm:pt modelId="{5C484CFF-DB6D-4F19-AE9A-92C009EA5EFD}" type="pres">
      <dgm:prSet presAssocID="{EFF1CF08-894E-475F-AA20-583DEE4C344D}" presName="sibTrans" presStyleLbl="sibTrans2D1" presStyleIdx="1" presStyleCnt="4"/>
      <dgm:spPr/>
    </dgm:pt>
    <dgm:pt modelId="{BBA18A7C-B263-42B0-A5CC-90767EDEEE0E}" type="pres">
      <dgm:prSet presAssocID="{7252FBFB-5290-4AEB-B779-BA9CE87484B3}" presName="node" presStyleLbl="node1" presStyleIdx="2" presStyleCnt="4" custScaleX="119412">
        <dgm:presLayoutVars>
          <dgm:bulletEnabled val="1"/>
        </dgm:presLayoutVars>
      </dgm:prSet>
      <dgm:spPr/>
    </dgm:pt>
    <dgm:pt modelId="{82B05C76-8770-445B-AD0E-4DE20D428B9F}" type="pres">
      <dgm:prSet presAssocID="{7252FBFB-5290-4AEB-B779-BA9CE87484B3}" presName="dummy" presStyleCnt="0"/>
      <dgm:spPr/>
    </dgm:pt>
    <dgm:pt modelId="{F523270D-011D-4778-BE35-B9C65C320A28}" type="pres">
      <dgm:prSet presAssocID="{3B1D17CC-4ADB-4F2F-BA5D-29E80AE4B6F9}" presName="sibTrans" presStyleLbl="sibTrans2D1" presStyleIdx="2" presStyleCnt="4"/>
      <dgm:spPr/>
    </dgm:pt>
    <dgm:pt modelId="{B4CF6D26-D4B7-472B-AA11-1A55D8473D62}" type="pres">
      <dgm:prSet presAssocID="{FA62627C-EDC7-4012-BF1E-9BD9A80468E2}" presName="node" presStyleLbl="node1" presStyleIdx="3" presStyleCnt="4" custScaleX="119412">
        <dgm:presLayoutVars>
          <dgm:bulletEnabled val="1"/>
        </dgm:presLayoutVars>
      </dgm:prSet>
      <dgm:spPr/>
    </dgm:pt>
    <dgm:pt modelId="{0E912BF1-DA76-4D8A-853B-EC3A4D9236F7}" type="pres">
      <dgm:prSet presAssocID="{FA62627C-EDC7-4012-BF1E-9BD9A80468E2}" presName="dummy" presStyleCnt="0"/>
      <dgm:spPr/>
    </dgm:pt>
    <dgm:pt modelId="{24C01414-91BD-4E95-A8B6-1FEA058F35F6}" type="pres">
      <dgm:prSet presAssocID="{125223BA-D328-432F-8B85-101EFA1ACE3C}" presName="sibTrans" presStyleLbl="sibTrans2D1" presStyleIdx="3" presStyleCnt="4"/>
      <dgm:spPr/>
    </dgm:pt>
  </dgm:ptLst>
  <dgm:cxnLst>
    <dgm:cxn modelId="{CBD58A0A-03C9-42C9-AA0B-EAEF65C0AC18}" type="presOf" srcId="{125223BA-D328-432F-8B85-101EFA1ACE3C}" destId="{24C01414-91BD-4E95-A8B6-1FEA058F35F6}" srcOrd="0" destOrd="0" presId="urn:microsoft.com/office/officeart/2005/8/layout/radial6#1"/>
    <dgm:cxn modelId="{E4098C15-C03E-4E28-98C1-326C3E508282}" srcId="{91C85A73-3546-46A7-8F17-937DD57E8F05}" destId="{FA62627C-EDC7-4012-BF1E-9BD9A80468E2}" srcOrd="3" destOrd="0" parTransId="{DA34C067-448A-4987-9E74-B91237FB7B67}" sibTransId="{125223BA-D328-432F-8B85-101EFA1ACE3C}"/>
    <dgm:cxn modelId="{59DE071B-4ECD-479D-B9FB-9944615DF28A}" type="presOf" srcId="{EFF1CF08-894E-475F-AA20-583DEE4C344D}" destId="{5C484CFF-DB6D-4F19-AE9A-92C009EA5EFD}" srcOrd="0" destOrd="0" presId="urn:microsoft.com/office/officeart/2005/8/layout/radial6#1"/>
    <dgm:cxn modelId="{FDB89C1D-FCB1-4E21-B4D3-283E1416ECF9}" type="presOf" srcId="{3B1D17CC-4ADB-4F2F-BA5D-29E80AE4B6F9}" destId="{F523270D-011D-4778-BE35-B9C65C320A28}" srcOrd="0" destOrd="0" presId="urn:microsoft.com/office/officeart/2005/8/layout/radial6#1"/>
    <dgm:cxn modelId="{2986EE5B-9E2F-4B32-9F7A-E5085B2BCDC3}" srcId="{91C85A73-3546-46A7-8F17-937DD57E8F05}" destId="{FCC7926C-AE66-4BC0-9AFD-D66471FB27C2}" srcOrd="0" destOrd="0" parTransId="{24C87639-67A6-4AEE-80E7-EEC63A4BA48C}" sibTransId="{9462222D-3AAD-4E90-8B2D-7EF2E3532C7D}"/>
    <dgm:cxn modelId="{55BAD745-7C6C-49D2-B023-DBDD4EA79808}" type="presOf" srcId="{72F10DDB-52C6-43DA-AB67-4944ABBA4C27}" destId="{A546B174-45DB-4A3F-BF4B-DA277CC27541}" srcOrd="0" destOrd="0" presId="urn:microsoft.com/office/officeart/2005/8/layout/radial6#1"/>
    <dgm:cxn modelId="{0E7C814C-064B-4DA0-9ACA-D423ADE47F1B}" type="presOf" srcId="{2E6F2830-827A-4FFD-A148-54D3E1BA7271}" destId="{6E079115-908C-44D0-9193-E7680D86A520}" srcOrd="0" destOrd="0" presId="urn:microsoft.com/office/officeart/2005/8/layout/radial6#1"/>
    <dgm:cxn modelId="{90D22153-4E55-42E4-90F0-F80BE9427461}" type="presOf" srcId="{91C85A73-3546-46A7-8F17-937DD57E8F05}" destId="{E2E3CFE9-F72B-4376-95C3-A839A8F26716}" srcOrd="0" destOrd="0" presId="urn:microsoft.com/office/officeart/2005/8/layout/radial6#1"/>
    <dgm:cxn modelId="{56F81B56-E15A-426B-80F4-9C2200221068}" srcId="{91C85A73-3546-46A7-8F17-937DD57E8F05}" destId="{2E6F2830-827A-4FFD-A148-54D3E1BA7271}" srcOrd="1" destOrd="0" parTransId="{4FB5A870-678E-4EEF-B9BC-FCD54D791C98}" sibTransId="{EFF1CF08-894E-475F-AA20-583DEE4C344D}"/>
    <dgm:cxn modelId="{0C742B95-3C5D-4FF0-BD62-A240EF38CCAE}" type="presOf" srcId="{9462222D-3AAD-4E90-8B2D-7EF2E3532C7D}" destId="{D9529DEE-ADBB-473F-8960-B1E028A71BC6}" srcOrd="0" destOrd="0" presId="urn:microsoft.com/office/officeart/2005/8/layout/radial6#1"/>
    <dgm:cxn modelId="{B05D199F-E884-49AE-8EDB-BAF8CF6D59BA}" srcId="{72F10DDB-52C6-43DA-AB67-4944ABBA4C27}" destId="{91C85A73-3546-46A7-8F17-937DD57E8F05}" srcOrd="0" destOrd="0" parTransId="{BECC97F3-AAAC-4ADF-B8A5-84F1AF17F6B7}" sibTransId="{50802806-2779-406E-AF7B-CD174A83EF15}"/>
    <dgm:cxn modelId="{37974CB4-CF59-4CF2-9610-28423D9F188D}" type="presOf" srcId="{FCC7926C-AE66-4BC0-9AFD-D66471FB27C2}" destId="{64628C22-E85C-46C6-9DBC-B04DE19FD876}" srcOrd="0" destOrd="0" presId="urn:microsoft.com/office/officeart/2005/8/layout/radial6#1"/>
    <dgm:cxn modelId="{2F2A70CA-7446-4AEF-9B8D-448615492DDF}" type="presOf" srcId="{7252FBFB-5290-4AEB-B779-BA9CE87484B3}" destId="{BBA18A7C-B263-42B0-A5CC-90767EDEEE0E}" srcOrd="0" destOrd="0" presId="urn:microsoft.com/office/officeart/2005/8/layout/radial6#1"/>
    <dgm:cxn modelId="{BBDFBAD1-4AA8-4FED-8ED5-8207E1C2657D}" srcId="{91C85A73-3546-46A7-8F17-937DD57E8F05}" destId="{7252FBFB-5290-4AEB-B779-BA9CE87484B3}" srcOrd="2" destOrd="0" parTransId="{37259AD0-D099-46AE-8203-6A2D010136D0}" sibTransId="{3B1D17CC-4ADB-4F2F-BA5D-29E80AE4B6F9}"/>
    <dgm:cxn modelId="{CB57E1F8-29DD-4158-96C0-4327C369DB5E}" type="presOf" srcId="{FA62627C-EDC7-4012-BF1E-9BD9A80468E2}" destId="{B4CF6D26-D4B7-472B-AA11-1A55D8473D62}" srcOrd="0" destOrd="0" presId="urn:microsoft.com/office/officeart/2005/8/layout/radial6#1"/>
    <dgm:cxn modelId="{DAF84572-A1D3-47DC-A101-9F6E8283B83A}" type="presParOf" srcId="{A546B174-45DB-4A3F-BF4B-DA277CC27541}" destId="{E2E3CFE9-F72B-4376-95C3-A839A8F26716}" srcOrd="0" destOrd="0" presId="urn:microsoft.com/office/officeart/2005/8/layout/radial6#1"/>
    <dgm:cxn modelId="{854F5926-394F-4306-B461-514AA7E208C3}" type="presParOf" srcId="{A546B174-45DB-4A3F-BF4B-DA277CC27541}" destId="{64628C22-E85C-46C6-9DBC-B04DE19FD876}" srcOrd="1" destOrd="0" presId="urn:microsoft.com/office/officeart/2005/8/layout/radial6#1"/>
    <dgm:cxn modelId="{3FB0F776-ADCD-4E47-8F13-3A55E2345ADD}" type="presParOf" srcId="{A546B174-45DB-4A3F-BF4B-DA277CC27541}" destId="{8F95A044-62FF-49C8-A610-43FF76EE09EB}" srcOrd="2" destOrd="0" presId="urn:microsoft.com/office/officeart/2005/8/layout/radial6#1"/>
    <dgm:cxn modelId="{F3BE4AFD-CF80-4B24-A5E9-E114739C3E92}" type="presParOf" srcId="{A546B174-45DB-4A3F-BF4B-DA277CC27541}" destId="{D9529DEE-ADBB-473F-8960-B1E028A71BC6}" srcOrd="3" destOrd="0" presId="urn:microsoft.com/office/officeart/2005/8/layout/radial6#1"/>
    <dgm:cxn modelId="{4F08DC9C-EE07-460C-8810-79C769AE986D}" type="presParOf" srcId="{A546B174-45DB-4A3F-BF4B-DA277CC27541}" destId="{6E079115-908C-44D0-9193-E7680D86A520}" srcOrd="4" destOrd="0" presId="urn:microsoft.com/office/officeart/2005/8/layout/radial6#1"/>
    <dgm:cxn modelId="{7A7BBD39-652B-4C6C-A4A7-E80A37FF30EA}" type="presParOf" srcId="{A546B174-45DB-4A3F-BF4B-DA277CC27541}" destId="{A6C0745E-9397-40E0-8719-3480E9A385AB}" srcOrd="5" destOrd="0" presId="urn:microsoft.com/office/officeart/2005/8/layout/radial6#1"/>
    <dgm:cxn modelId="{50BF8751-53BD-4ED8-B6AE-D8E47BC7F3E6}" type="presParOf" srcId="{A546B174-45DB-4A3F-BF4B-DA277CC27541}" destId="{5C484CFF-DB6D-4F19-AE9A-92C009EA5EFD}" srcOrd="6" destOrd="0" presId="urn:microsoft.com/office/officeart/2005/8/layout/radial6#1"/>
    <dgm:cxn modelId="{6E7E62C0-BE14-4F18-97F9-40C9293EF4E6}" type="presParOf" srcId="{A546B174-45DB-4A3F-BF4B-DA277CC27541}" destId="{BBA18A7C-B263-42B0-A5CC-90767EDEEE0E}" srcOrd="7" destOrd="0" presId="urn:microsoft.com/office/officeart/2005/8/layout/radial6#1"/>
    <dgm:cxn modelId="{B00BE051-DA91-4064-8787-885606321061}" type="presParOf" srcId="{A546B174-45DB-4A3F-BF4B-DA277CC27541}" destId="{82B05C76-8770-445B-AD0E-4DE20D428B9F}" srcOrd="8" destOrd="0" presId="urn:microsoft.com/office/officeart/2005/8/layout/radial6#1"/>
    <dgm:cxn modelId="{4C95CFB2-C8A3-49F1-B682-0B9995B62648}" type="presParOf" srcId="{A546B174-45DB-4A3F-BF4B-DA277CC27541}" destId="{F523270D-011D-4778-BE35-B9C65C320A28}" srcOrd="9" destOrd="0" presId="urn:microsoft.com/office/officeart/2005/8/layout/radial6#1"/>
    <dgm:cxn modelId="{B0D8467D-597B-4018-84B6-27AED12CADD7}" type="presParOf" srcId="{A546B174-45DB-4A3F-BF4B-DA277CC27541}" destId="{B4CF6D26-D4B7-472B-AA11-1A55D8473D62}" srcOrd="10" destOrd="0" presId="urn:microsoft.com/office/officeart/2005/8/layout/radial6#1"/>
    <dgm:cxn modelId="{4D8449AF-0A0D-4362-9241-4D1F65FD0C57}" type="presParOf" srcId="{A546B174-45DB-4A3F-BF4B-DA277CC27541}" destId="{0E912BF1-DA76-4D8A-853B-EC3A4D9236F7}" srcOrd="11" destOrd="0" presId="urn:microsoft.com/office/officeart/2005/8/layout/radial6#1"/>
    <dgm:cxn modelId="{D95B7E35-4F0C-4D39-99FD-0AE57C7226C6}" type="presParOf" srcId="{A546B174-45DB-4A3F-BF4B-DA277CC27541}" destId="{24C01414-91BD-4E95-A8B6-1FEA058F35F6}" srcOrd="12" destOrd="0" presId="urn:microsoft.com/office/officeart/2005/8/layout/radial6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FB2795-5BBA-4281-8E6A-B800C49F53B3}">
      <dsp:nvSpPr>
        <dsp:cNvPr id="0" name=""/>
        <dsp:cNvSpPr/>
      </dsp:nvSpPr>
      <dsp:spPr>
        <a:xfrm>
          <a:off x="1080483" y="0"/>
          <a:ext cx="4820913" cy="4821986"/>
        </a:xfrm>
        <a:prstGeom prst="circularArrow">
          <a:avLst>
            <a:gd name="adj1" fmla="val 10980"/>
            <a:gd name="adj2" fmla="val 1142322"/>
            <a:gd name="adj3" fmla="val 9000000"/>
            <a:gd name="adj4" fmla="val 10800000"/>
            <a:gd name="adj5" fmla="val 125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AF2AC-5E5D-4F11-A269-BAFDD17945A7}">
      <dsp:nvSpPr>
        <dsp:cNvPr id="0" name=""/>
        <dsp:cNvSpPr/>
      </dsp:nvSpPr>
      <dsp:spPr bwMode="white">
        <a:xfrm>
          <a:off x="5822827" y="1543100"/>
          <a:ext cx="4636715" cy="1929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/>
            <a:t>To persuade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/>
            <a:t>To inform 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/>
            <a:t>To promote goodwill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/>
            <a:t>To request</a:t>
          </a:r>
        </a:p>
      </dsp:txBody>
      <dsp:txXfrm>
        <a:off x="5822827" y="1543100"/>
        <a:ext cx="4636715" cy="1929276"/>
      </dsp:txXfrm>
    </dsp:sp>
    <dsp:sp modelId="{D911F873-104D-4DD4-9221-83C3D32FF16C}">
      <dsp:nvSpPr>
        <dsp:cNvPr id="0" name=""/>
        <dsp:cNvSpPr/>
      </dsp:nvSpPr>
      <dsp:spPr bwMode="white">
        <a:xfrm>
          <a:off x="2145111" y="1745558"/>
          <a:ext cx="2690114" cy="1344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Written Communication</a:t>
          </a:r>
        </a:p>
      </dsp:txBody>
      <dsp:txXfrm>
        <a:off x="2145111" y="1745558"/>
        <a:ext cx="2690114" cy="13448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93ECB-0464-431E-BEFC-94D4C2501D01}">
      <dsp:nvSpPr>
        <dsp:cNvPr id="0" name=""/>
        <dsp:cNvSpPr/>
      </dsp:nvSpPr>
      <dsp:spPr>
        <a:xfrm>
          <a:off x="0" y="1040130"/>
          <a:ext cx="10614269" cy="1386840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428DED-8FD3-46A5-ADCC-A79083632AF7}">
      <dsp:nvSpPr>
        <dsp:cNvPr id="0" name=""/>
        <dsp:cNvSpPr/>
      </dsp:nvSpPr>
      <dsp:spPr bwMode="white">
        <a:xfrm>
          <a:off x="1576" y="0"/>
          <a:ext cx="3546508" cy="138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76" tIns="341376" rIns="341376" bIns="341376" numCol="1" spcCol="1270" anchor="b" anchorCtr="0">
          <a:noAutofit/>
        </a:bodyPr>
        <a:lstStyle/>
        <a:p>
          <a:pPr marL="0" lvl="0" indent="0" algn="ctr" defTabSz="2133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800" kern="1200" dirty="0">
              <a:latin typeface="+mj-lt"/>
              <a:cs typeface="+mj-lt"/>
            </a:rPr>
            <a:t>Purpo</a:t>
          </a:r>
          <a:r>
            <a:rPr lang="en-US" altLang="en-MY" sz="4800" kern="1200" dirty="0">
              <a:latin typeface="+mj-lt"/>
              <a:cs typeface="+mj-lt"/>
            </a:rPr>
            <a:t>s</a:t>
          </a:r>
          <a:r>
            <a:rPr lang="en-MY" sz="4800" kern="1200" dirty="0">
              <a:latin typeface="+mj-lt"/>
              <a:cs typeface="+mj-lt"/>
            </a:rPr>
            <a:t>e</a:t>
          </a:r>
          <a:r>
            <a:rPr lang="en-MY" sz="5000" kern="1200" dirty="0">
              <a:latin typeface="+mj-lt"/>
              <a:cs typeface="+mj-lt"/>
            </a:rPr>
            <a:t> </a:t>
          </a:r>
          <a:endParaRPr sz="4700" kern="1200">
            <a:latin typeface="+mj-lt"/>
            <a:cs typeface="+mj-lt"/>
          </a:endParaRPr>
        </a:p>
      </dsp:txBody>
      <dsp:txXfrm>
        <a:off x="1576" y="0"/>
        <a:ext cx="3546508" cy="1386840"/>
      </dsp:txXfrm>
    </dsp:sp>
    <dsp:sp modelId="{5F9BEF25-32F8-4641-BCFF-60C973A46445}">
      <dsp:nvSpPr>
        <dsp:cNvPr id="0" name=""/>
        <dsp:cNvSpPr/>
      </dsp:nvSpPr>
      <dsp:spPr>
        <a:xfrm>
          <a:off x="1601475" y="1560195"/>
          <a:ext cx="346710" cy="34671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9EB14-3900-4E8D-B3AD-55F3A27044CA}">
      <dsp:nvSpPr>
        <dsp:cNvPr id="0" name=""/>
        <dsp:cNvSpPr/>
      </dsp:nvSpPr>
      <dsp:spPr bwMode="white">
        <a:xfrm>
          <a:off x="3663414" y="2080260"/>
          <a:ext cx="2306582" cy="138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488" tIns="348488" rIns="348488" bIns="348488" numCol="1" spcCol="1270" anchor="t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900" b="1" kern="1200" dirty="0">
              <a:latin typeface="Aharoni" panose="02010803020104030203" pitchFamily="2" charset="-79"/>
              <a:cs typeface="Aharoni" panose="02010803020104030203" pitchFamily="2" charset="-79"/>
            </a:rPr>
            <a:t>D</a:t>
          </a:r>
          <a:r>
            <a:rPr lang="en-MY" sz="4900" kern="1200" dirty="0"/>
            <a:t>etail</a:t>
          </a:r>
        </a:p>
      </dsp:txBody>
      <dsp:txXfrm>
        <a:off x="3663414" y="2080260"/>
        <a:ext cx="2306582" cy="1386840"/>
      </dsp:txXfrm>
    </dsp:sp>
    <dsp:sp modelId="{8B18F89A-1DB7-4A4B-8EC3-5334BE150F9D}">
      <dsp:nvSpPr>
        <dsp:cNvPr id="0" name=""/>
        <dsp:cNvSpPr/>
      </dsp:nvSpPr>
      <dsp:spPr>
        <a:xfrm>
          <a:off x="4643350" y="1560195"/>
          <a:ext cx="346710" cy="346710"/>
        </a:xfrm>
        <a:prstGeom prst="ellipse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E3A6F-69BB-407C-9660-C7B376C9C339}">
      <dsp:nvSpPr>
        <dsp:cNvPr id="0" name=""/>
        <dsp:cNvSpPr/>
      </dsp:nvSpPr>
      <dsp:spPr bwMode="white">
        <a:xfrm>
          <a:off x="6085325" y="0"/>
          <a:ext cx="3465939" cy="138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4048" tIns="384048" rIns="384048" bIns="384048" numCol="1" spcCol="1270" anchor="b" anchorCtr="0">
          <a:noAutofit/>
        </a:bodyPr>
        <a:lstStyle/>
        <a:p>
          <a:pPr marL="0" lvl="0" indent="0" algn="ctr" defTabSz="2400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400" kern="1200" dirty="0">
              <a:latin typeface="+mj-lt"/>
              <a:cs typeface="+mj-lt"/>
            </a:rPr>
            <a:t>Action</a:t>
          </a:r>
        </a:p>
      </dsp:txBody>
      <dsp:txXfrm>
        <a:off x="6085325" y="0"/>
        <a:ext cx="3465939" cy="1386840"/>
      </dsp:txXfrm>
    </dsp:sp>
    <dsp:sp modelId="{8490BDE5-4345-4FCD-9C2F-E0AC02F89DA5}">
      <dsp:nvSpPr>
        <dsp:cNvPr id="0" name=""/>
        <dsp:cNvSpPr/>
      </dsp:nvSpPr>
      <dsp:spPr>
        <a:xfrm>
          <a:off x="7644940" y="1560195"/>
          <a:ext cx="346710" cy="346710"/>
        </a:xfrm>
        <a:prstGeom prst="ellips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C01414-91BD-4E95-A8B6-1FEA058F35F6}">
      <dsp:nvSpPr>
        <dsp:cNvPr id="0" name=""/>
        <dsp:cNvSpPr/>
      </dsp:nvSpPr>
      <dsp:spPr>
        <a:xfrm>
          <a:off x="4073771" y="605401"/>
          <a:ext cx="4044457" cy="4044457"/>
        </a:xfrm>
        <a:prstGeom prst="blockArc">
          <a:avLst>
            <a:gd name="adj1" fmla="val 10800000"/>
            <a:gd name="adj2" fmla="val 16200000"/>
            <a:gd name="adj3" fmla="val 4644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3270D-011D-4778-BE35-B9C65C320A28}">
      <dsp:nvSpPr>
        <dsp:cNvPr id="0" name=""/>
        <dsp:cNvSpPr/>
      </dsp:nvSpPr>
      <dsp:spPr>
        <a:xfrm>
          <a:off x="4073771" y="605401"/>
          <a:ext cx="4044457" cy="4044457"/>
        </a:xfrm>
        <a:prstGeom prst="blockArc">
          <a:avLst>
            <a:gd name="adj1" fmla="val 5400000"/>
            <a:gd name="adj2" fmla="val 10800000"/>
            <a:gd name="adj3" fmla="val 4644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84CFF-DB6D-4F19-AE9A-92C009EA5EFD}">
      <dsp:nvSpPr>
        <dsp:cNvPr id="0" name=""/>
        <dsp:cNvSpPr/>
      </dsp:nvSpPr>
      <dsp:spPr>
        <a:xfrm>
          <a:off x="4073771" y="605401"/>
          <a:ext cx="4044457" cy="4044457"/>
        </a:xfrm>
        <a:prstGeom prst="blockArc">
          <a:avLst>
            <a:gd name="adj1" fmla="val 0"/>
            <a:gd name="adj2" fmla="val 5400000"/>
            <a:gd name="adj3" fmla="val 4644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29DEE-ADBB-473F-8960-B1E028A71BC6}">
      <dsp:nvSpPr>
        <dsp:cNvPr id="0" name=""/>
        <dsp:cNvSpPr/>
      </dsp:nvSpPr>
      <dsp:spPr>
        <a:xfrm>
          <a:off x="4073771" y="605401"/>
          <a:ext cx="4044457" cy="4044457"/>
        </a:xfrm>
        <a:prstGeom prst="blockArc">
          <a:avLst>
            <a:gd name="adj1" fmla="val 16200000"/>
            <a:gd name="adj2" fmla="val 0"/>
            <a:gd name="adj3" fmla="val 4644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3CFE9-F72B-4376-95C3-A839A8F26716}">
      <dsp:nvSpPr>
        <dsp:cNvPr id="0" name=""/>
        <dsp:cNvSpPr/>
      </dsp:nvSpPr>
      <dsp:spPr bwMode="white">
        <a:xfrm>
          <a:off x="4983481" y="1695965"/>
          <a:ext cx="2225037" cy="1863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4 Cs of Communication </a:t>
          </a:r>
          <a:endParaRPr sz="1200" kern="1200"/>
        </a:p>
      </dsp:txBody>
      <dsp:txXfrm>
        <a:off x="5309330" y="1968843"/>
        <a:ext cx="1573339" cy="1317572"/>
      </dsp:txXfrm>
    </dsp:sp>
    <dsp:sp modelId="{64628C22-E85C-46C6-9DBC-B04DE19FD876}">
      <dsp:nvSpPr>
        <dsp:cNvPr id="0" name=""/>
        <dsp:cNvSpPr/>
      </dsp:nvSpPr>
      <dsp:spPr bwMode="white">
        <a:xfrm>
          <a:off x="5317236" y="192"/>
          <a:ext cx="1557526" cy="130432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baseline="0" dirty="0">
              <a:solidFill>
                <a:schemeClr val="tx1"/>
              </a:solidFill>
            </a:rPr>
            <a:t>Clarity</a:t>
          </a:r>
        </a:p>
      </dsp:txBody>
      <dsp:txXfrm>
        <a:off x="5545330" y="191207"/>
        <a:ext cx="1101338" cy="922299"/>
      </dsp:txXfrm>
    </dsp:sp>
    <dsp:sp modelId="{6E079115-908C-44D0-9193-E7680D86A520}">
      <dsp:nvSpPr>
        <dsp:cNvPr id="0" name=""/>
        <dsp:cNvSpPr/>
      </dsp:nvSpPr>
      <dsp:spPr bwMode="white">
        <a:xfrm>
          <a:off x="7292509" y="1975465"/>
          <a:ext cx="1557526" cy="1304329"/>
        </a:xfrm>
        <a:prstGeom prst="ellips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solidFill>
                <a:schemeClr val="tx1"/>
              </a:solidFill>
            </a:rPr>
            <a:t>Concision </a:t>
          </a:r>
        </a:p>
      </dsp:txBody>
      <dsp:txXfrm>
        <a:off x="7520603" y="2166480"/>
        <a:ext cx="1101338" cy="922299"/>
      </dsp:txXfrm>
    </dsp:sp>
    <dsp:sp modelId="{BBA18A7C-B263-42B0-A5CC-90767EDEEE0E}">
      <dsp:nvSpPr>
        <dsp:cNvPr id="0" name=""/>
        <dsp:cNvSpPr/>
      </dsp:nvSpPr>
      <dsp:spPr bwMode="white">
        <a:xfrm>
          <a:off x="5317236" y="3950737"/>
          <a:ext cx="1557526" cy="1304329"/>
        </a:xfrm>
        <a:prstGeom prst="ellips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baseline="0" dirty="0">
              <a:solidFill>
                <a:schemeClr val="tx1"/>
              </a:solidFill>
            </a:rPr>
            <a:t>Coherence</a:t>
          </a:r>
        </a:p>
      </dsp:txBody>
      <dsp:txXfrm>
        <a:off x="5545330" y="4141752"/>
        <a:ext cx="1101338" cy="922299"/>
      </dsp:txXfrm>
    </dsp:sp>
    <dsp:sp modelId="{B4CF6D26-D4B7-472B-AA11-1A55D8473D62}">
      <dsp:nvSpPr>
        <dsp:cNvPr id="0" name=""/>
        <dsp:cNvSpPr/>
      </dsp:nvSpPr>
      <dsp:spPr bwMode="white">
        <a:xfrm>
          <a:off x="3341964" y="1975465"/>
          <a:ext cx="1557526" cy="1304329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solidFill>
                <a:schemeClr val="tx1"/>
              </a:solidFill>
            </a:rPr>
            <a:t>Continuity</a:t>
          </a:r>
          <a:endParaRPr sz="1400" kern="1200"/>
        </a:p>
      </dsp:txBody>
      <dsp:txXfrm>
        <a:off x="3570058" y="2166480"/>
        <a:ext cx="1101338" cy="922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#1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#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b"/>
                  <dgm:param type="txAnchorVert" val="b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t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#1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F8DB7-267F-4B01-9F50-8056EF556631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36370-C655-4A6F-AD29-9508F37BE7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5E934-9A27-449E-8635-7DDEEF271AF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6CC84-0466-4920-AB5C-C41F8614D23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Rarely does anyone write for professional reasons just for fun. </a:t>
            </a:r>
          </a:p>
          <a:p>
            <a:pPr marL="228600" indent="-228600">
              <a:buAutoNum type="arabicPeriod"/>
            </a:pP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must always be a good reason for writing an email, filling out a work order, or a composing a large market research report. </a:t>
            </a:r>
          </a:p>
          <a:p>
            <a:pPr marL="228600" indent="-228600">
              <a:buAutoNum type="arabicPeriod"/>
            </a:pP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Knowing your reason for writing is essential to staying on track in the writing process.  </a:t>
            </a:r>
          </a:p>
          <a:p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 : Providing the necessary information to help receiver make decision or solve problem.</a:t>
            </a:r>
          </a:p>
          <a:p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Persuade: Convince the receiver to take a recommended course of action.</a:t>
            </a:r>
          </a:p>
          <a:p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Goodwill: create a good image of yourself and of your organization./Ensures the receiver walks away with a good opinion of the sender of information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important to make sure writing is well structured. 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One common problem in writing is the usage of too many words to express meanings. </a:t>
            </a:r>
          </a:p>
          <a:p>
            <a:r>
              <a:rPr lang="en-MY" dirty="0"/>
              <a:t>This is called  wordiness and its opposite is conciseness or concision. </a:t>
            </a:r>
          </a:p>
          <a:p>
            <a:r>
              <a:rPr lang="en-MY" dirty="0"/>
              <a:t>Concise writing is direct and to the point. 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Successful professional writing should help the reader understand the text, not present challenges to understanding.</a:t>
            </a:r>
          </a:p>
          <a:p>
            <a:endParaRPr lang="en-MY" dirty="0"/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Coherence –in a</a:t>
            </a:r>
            <a:r>
              <a:rPr lang="en-MY" baseline="0" dirty="0"/>
              <a:t> paragraph</a:t>
            </a:r>
          </a:p>
          <a:p>
            <a:r>
              <a:rPr lang="en-MY" baseline="0" dirty="0"/>
              <a:t>Continuity- Between Paragraphs</a:t>
            </a:r>
            <a:endParaRPr lang="en-MY" dirty="0"/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059D-5BCF-43E0-A2CD-D05DF333EB07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6CC8F-BFC1-4611-A0B5-1D9463A93291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797FD-5386-461A-B44E-6F3BBA5354A3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F84E-6FCA-4E03-862A-EA593EFCDD92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4CBB-5198-4D3B-94B1-37A456B698B1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222-4840-4FA8-9D30-39AE6F26D3C9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0E5D5-EF69-494F-901C-7B1567865E30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898D-F52A-4F3B-99C8-EBE7EC64B093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B073-F6C2-43A5-BDD7-F7A8709EB086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54484-7E45-4A65-9573-595E0DD68B92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19E0-1636-4A14-A90D-F9932DB64169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51F54-2B45-4889-8B58-858B335F656A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Kasturi Krishnan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284162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4 Cs of Communication </a:t>
            </a:r>
            <a:br>
              <a:rPr lang="en-US" b="1" dirty="0"/>
            </a:br>
            <a:r>
              <a:rPr lang="en-US" b="1" dirty="0"/>
              <a:t>(Understanding the Communication Process)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8" y="128234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Purpose of Written Communication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43339" y="1584501"/>
          <a:ext cx="10747514" cy="4821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212532" y="565524"/>
            <a:ext cx="7766936" cy="95929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Structuring &amp; Paragraphing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45" y="1783080"/>
            <a:ext cx="11007969" cy="4677858"/>
          </a:xfrm>
          <a:prstGeom prst="rect">
            <a:avLst/>
          </a:prstGeom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9" y="12315"/>
            <a:ext cx="10131425" cy="1191645"/>
          </a:xfrm>
        </p:spPr>
        <p:txBody>
          <a:bodyPr/>
          <a:lstStyle/>
          <a:p>
            <a:pPr algn="ctr">
              <a:defRPr/>
            </a:pPr>
            <a:r>
              <a:rPr lang="en-MY" b="1" dirty="0"/>
              <a:t>Structuring </a:t>
            </a:r>
            <a:endParaRPr lang="en-MY" dirty="0"/>
          </a:p>
        </p:txBody>
      </p:sp>
      <p:sp>
        <p:nvSpPr>
          <p:cNvPr id="1843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52401" y="1036320"/>
            <a:ext cx="7254239" cy="55412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MY" altLang="en-US" sz="2800" dirty="0"/>
          </a:p>
          <a:p>
            <a:pPr algn="just"/>
            <a:r>
              <a:rPr lang="en-MY" altLang="en-US" sz="2800" dirty="0"/>
              <a:t>A well-structured text communicates the writer's </a:t>
            </a:r>
            <a:r>
              <a:rPr lang="en-MY" altLang="en-US" sz="2800" b="1" dirty="0"/>
              <a:t>intentions </a:t>
            </a:r>
            <a:r>
              <a:rPr lang="en-MY" altLang="en-US" sz="2800" dirty="0"/>
              <a:t>to the reader. </a:t>
            </a:r>
          </a:p>
          <a:p>
            <a:pPr marL="0" indent="0" algn="just">
              <a:buNone/>
            </a:pPr>
            <a:endParaRPr lang="en-MY" altLang="en-US" sz="2800" dirty="0"/>
          </a:p>
          <a:p>
            <a:pPr algn="just"/>
            <a:r>
              <a:rPr lang="en-MY" altLang="en-US" sz="2800" dirty="0"/>
              <a:t>In such a text, the structure acts like a </a:t>
            </a:r>
            <a:r>
              <a:rPr lang="en-MY" altLang="en-US" sz="2800" b="1" dirty="0"/>
              <a:t>framework</a:t>
            </a:r>
            <a:r>
              <a:rPr lang="en-MY" altLang="en-US" sz="2800" dirty="0"/>
              <a:t>, in that it enables the material to be </a:t>
            </a:r>
            <a:r>
              <a:rPr lang="en-MY" altLang="en-US" sz="2800" b="1" dirty="0"/>
              <a:t>presented in a coherent and logical manner</a:t>
            </a:r>
            <a:r>
              <a:rPr lang="en-MY" altLang="en-US" sz="2800" dirty="0"/>
              <a:t>. </a:t>
            </a:r>
          </a:p>
          <a:p>
            <a:pPr marL="0" indent="0" algn="just">
              <a:buNone/>
            </a:pPr>
            <a:endParaRPr lang="en-MY" altLang="en-US" sz="2800" dirty="0"/>
          </a:p>
          <a:p>
            <a:pPr algn="just"/>
            <a:r>
              <a:rPr lang="en-MY" altLang="en-US" sz="2800" dirty="0"/>
              <a:t>A text </a:t>
            </a:r>
            <a:r>
              <a:rPr lang="en-MY" altLang="en-US" sz="2800" b="1" dirty="0"/>
              <a:t>without structure</a:t>
            </a:r>
            <a:r>
              <a:rPr lang="en-MY" altLang="en-US" sz="2800" dirty="0"/>
              <a:t>, will lead the reader </a:t>
            </a:r>
            <a:r>
              <a:rPr lang="en-MY" altLang="en-US" sz="2800" b="1" dirty="0"/>
              <a:t>being lost or misunderstood</a:t>
            </a:r>
            <a:r>
              <a:rPr lang="en-MY" altLang="en-US" sz="2800" dirty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553" y="879232"/>
            <a:ext cx="4443045" cy="56812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965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MY" dirty="0"/>
              <a:t>Commonly Used Structure In Business Writing: </a:t>
            </a:r>
            <a:r>
              <a:rPr lang="en-MY" sz="7100" b="1" dirty="0">
                <a:latin typeface="Aharoni" panose="02010803020104030203" pitchFamily="2" charset="-79"/>
                <a:cs typeface="Aharoni" panose="02010803020104030203" pitchFamily="2" charset="-79"/>
              </a:rPr>
              <a:t>PDA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50631" y="2247900"/>
          <a:ext cx="10614269" cy="3467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387920"/>
            <a:ext cx="8618093" cy="2074863"/>
          </a:xfrm>
        </p:spPr>
        <p:txBody>
          <a:bodyPr/>
          <a:lstStyle/>
          <a:p>
            <a:pPr algn="ctr"/>
            <a:r>
              <a:rPr lang="en-US" dirty="0"/>
              <a:t>Understanding the Communication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34" y="2462784"/>
            <a:ext cx="10919586" cy="42580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287" y="231140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The  Four Cs of Communication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1371600"/>
          <a:ext cx="12192000" cy="5255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pPr algn="ctr"/>
            <a:r>
              <a:rPr lang="en-US" dirty="0"/>
              <a:t>Clarity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495425"/>
            <a:ext cx="10515600" cy="4351338"/>
          </a:xfrm>
        </p:spPr>
        <p:txBody>
          <a:bodyPr/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tabLst>
                <a:tab pos="423545" algn="l"/>
              </a:tabLst>
            </a:pP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Clarity</a:t>
            </a:r>
            <a:r>
              <a:rPr lang="en-US" sz="2400" spc="-1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implies</a:t>
            </a:r>
            <a:r>
              <a:rPr lang="en-US" sz="2400" spc="-2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emphasizing</a:t>
            </a:r>
            <a:r>
              <a:rPr lang="en-US" sz="2400" spc="-1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on</a:t>
            </a:r>
            <a:r>
              <a:rPr lang="en-US" sz="2400" spc="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a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specific</a:t>
            </a:r>
            <a:r>
              <a:rPr lang="en-US" sz="2400" spc="-2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message</a:t>
            </a:r>
            <a:r>
              <a:rPr lang="en-US" sz="2400" spc="-1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or</a:t>
            </a:r>
            <a:r>
              <a:rPr lang="en-US" sz="2400" spc="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goal at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a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time,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rather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than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trying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to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achieve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too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much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at</a:t>
            </a:r>
            <a:r>
              <a:rPr lang="en-US" sz="2400" spc="-1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once.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cs typeface="Trebuchet MS" panose="020B0603020202020204"/>
            </a:endParaRPr>
          </a:p>
          <a:p>
            <a:pPr marL="469900" indent="-457200">
              <a:lnSpc>
                <a:spcPct val="100000"/>
              </a:lnSpc>
              <a:spcBef>
                <a:spcPts val="1710"/>
              </a:spcBef>
              <a:tabLst>
                <a:tab pos="354965" algn="l"/>
              </a:tabLst>
            </a:pP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Clarity</a:t>
            </a:r>
            <a:r>
              <a:rPr lang="en-US" sz="2400" spc="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in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writing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is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established</a:t>
            </a:r>
            <a:r>
              <a:rPr lang="en-US" sz="2400" spc="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when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the reader</a:t>
            </a:r>
            <a:r>
              <a:rPr lang="en-US" sz="2400" spc="4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is</a:t>
            </a:r>
            <a:r>
              <a:rPr lang="en-US" sz="2400" spc="-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aware</a:t>
            </a:r>
            <a:r>
              <a:rPr lang="en-US" sz="2400" spc="1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of</a:t>
            </a:r>
            <a:r>
              <a:rPr lang="en-US" sz="2400" spc="-1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the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2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author’s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 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cs typeface="Trebuchet MS" panose="020B0603020202020204"/>
              </a:rPr>
              <a:t>statement/purpose</a:t>
            </a:r>
            <a:r>
              <a:rPr 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/>
                <a:cs typeface="Trebuchet MS" panose="020B0603020202020204"/>
              </a:rPr>
              <a:t>.</a:t>
            </a:r>
          </a:p>
          <a:p>
            <a:pPr marL="469900" indent="-457200">
              <a:lnSpc>
                <a:spcPct val="100000"/>
              </a:lnSpc>
              <a:spcBef>
                <a:spcPts val="1710"/>
              </a:spcBef>
              <a:tabLst>
                <a:tab pos="354965" algn="l"/>
              </a:tabLst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rebuchet MS" panose="020B0603020202020204"/>
              <a:cs typeface="Trebuchet MS" panose="020B0603020202020204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536" y="2921000"/>
            <a:ext cx="4682364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38665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Concision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729" y="1551304"/>
            <a:ext cx="4843271" cy="496802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94216" y="1551304"/>
            <a:ext cx="7737264" cy="49680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1016"/>
            <a:ext cx="10515600" cy="888926"/>
          </a:xfrm>
        </p:spPr>
        <p:txBody>
          <a:bodyPr/>
          <a:lstStyle/>
          <a:p>
            <a:pPr algn="ctr"/>
            <a:r>
              <a:rPr lang="en-MY" dirty="0"/>
              <a:t>Concision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9941"/>
            <a:ext cx="10515600" cy="3676523"/>
          </a:xfrm>
        </p:spPr>
        <p:txBody>
          <a:bodyPr/>
          <a:lstStyle/>
          <a:p>
            <a:pPr marL="0" indent="0">
              <a:buNone/>
            </a:pPr>
            <a:r>
              <a:rPr lang="en-MY" sz="2400" dirty="0"/>
              <a:t>It is very important to be concise because :</a:t>
            </a:r>
          </a:p>
          <a:p>
            <a:r>
              <a:rPr lang="en-MY" sz="2400" dirty="0"/>
              <a:t>The longer your text is, the less likely people are to read it</a:t>
            </a:r>
          </a:p>
          <a:p>
            <a:r>
              <a:rPr lang="en-MY" sz="2400" dirty="0"/>
              <a:t>The wordier your text is, the more likely it is to confuse your readers</a:t>
            </a:r>
          </a:p>
          <a:p>
            <a:endParaRPr lang="en-MY" dirty="0">
              <a:highlight>
                <a:srgbClr val="FFFF00"/>
              </a:highlight>
            </a:endParaRPr>
          </a:p>
          <a:p>
            <a:endParaRPr lang="en-MY" dirty="0"/>
          </a:p>
          <a:p>
            <a:endParaRPr lang="en-MY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89" y="2782824"/>
            <a:ext cx="10516511" cy="36765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1" y="228600"/>
            <a:ext cx="11155680" cy="214884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Practice 1:</a:t>
            </a:r>
            <a:br>
              <a:rPr lang="en-US" dirty="0"/>
            </a:br>
            <a:br>
              <a:rPr lang="en-US" sz="2700" dirty="0"/>
            </a:br>
            <a:r>
              <a:rPr lang="en-US" sz="2600" dirty="0"/>
              <a:t>Revise these sentences to state their meaning in fewer words.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1" y="2697480"/>
            <a:ext cx="11542541" cy="39319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</a:t>
            </a:r>
            <a:r>
              <a:rPr lang="en-US" sz="2400" dirty="0"/>
              <a:t>. He dropped out of school on account of the fact that it was necessary for him to help support his family.</a:t>
            </a:r>
          </a:p>
          <a:p>
            <a:pPr marL="0" indent="0">
              <a:buNone/>
            </a:pPr>
            <a:r>
              <a:rPr lang="en-US" sz="2400" dirty="0"/>
              <a:t>2. It is being anticipated and expected that the new schedule will be announced and informed by the bus company by next Tuesday.</a:t>
            </a:r>
          </a:p>
          <a:p>
            <a:pPr marL="0" indent="0">
              <a:buNone/>
            </a:pPr>
            <a:r>
              <a:rPr lang="en-US" sz="2400" dirty="0"/>
              <a:t>3. There are many ways in which a student who is interested in meeting foreign students may come to know one.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38665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1048999" cy="50562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</a:t>
            </a:r>
            <a:r>
              <a:rPr lang="en-US" sz="2400" dirty="0"/>
              <a:t>. He dropped out of school on account of the fact that it was necessary for him to help support his family.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He dropped out of school to support his family.</a:t>
            </a:r>
          </a:p>
          <a:p>
            <a:pPr marL="0" indent="0">
              <a:buNone/>
            </a:pPr>
            <a:r>
              <a:rPr lang="en-US" sz="2400" dirty="0"/>
              <a:t>2. It is being anticipated and expected that the new schedule will be announced and informed by the bus company by next Tuesday.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The bus company will probably announce its schedule by next Tuesday.</a:t>
            </a:r>
          </a:p>
          <a:p>
            <a:pPr marL="0" indent="0">
              <a:buNone/>
            </a:pPr>
            <a:r>
              <a:rPr lang="en-US" sz="2400" dirty="0"/>
              <a:t>3. There are many ways in which a student who is interested in meeting foreign students may come to know one.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Any student who wants to meet foreign students can do so in many ways.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948" y="124691"/>
            <a:ext cx="9021914" cy="748145"/>
          </a:xfrm>
        </p:spPr>
        <p:txBody>
          <a:bodyPr/>
          <a:lstStyle/>
          <a:p>
            <a:pPr algn="ctr"/>
            <a:r>
              <a:rPr lang="en-US" dirty="0"/>
              <a:t>Coherence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214" y="1127760"/>
            <a:ext cx="11737572" cy="2118360"/>
          </a:xfrm>
        </p:spPr>
        <p:txBody>
          <a:bodyPr>
            <a:noAutofit/>
          </a:bodyPr>
          <a:lstStyle/>
          <a:p>
            <a:pPr algn="just"/>
            <a:endParaRPr lang="en-MY" sz="2400" dirty="0"/>
          </a:p>
          <a:p>
            <a:pPr algn="just"/>
            <a:r>
              <a:rPr lang="en-MY" sz="2400" dirty="0"/>
              <a:t>Coherence is achieved when sentences and ideas are </a:t>
            </a:r>
            <a:r>
              <a:rPr lang="en-MY" sz="2400" b="1" dirty="0"/>
              <a:t>connected and flow </a:t>
            </a:r>
            <a:r>
              <a:rPr lang="en-MY" sz="2400" dirty="0"/>
              <a:t>together smoothly</a:t>
            </a:r>
            <a:r>
              <a:rPr lang="en-US" altLang="en-MY" sz="2400" dirty="0"/>
              <a:t> (in a paragraph)</a:t>
            </a:r>
            <a:r>
              <a:rPr lang="en-MY" sz="2400" dirty="0"/>
              <a:t>. </a:t>
            </a:r>
          </a:p>
          <a:p>
            <a:pPr marL="0" indent="0" algn="just">
              <a:buNone/>
            </a:pPr>
            <a:endParaRPr lang="en-MY" sz="2400" dirty="0"/>
          </a:p>
          <a:p>
            <a:pPr algn="just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Coherence is 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state or situation in which all the parts or ideas fit together well, so that they form a united whole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0" indent="0" algn="just">
              <a:buNone/>
            </a:pPr>
            <a:endParaRPr lang="en-MY" sz="2400" dirty="0"/>
          </a:p>
          <a:p>
            <a:pPr algn="just"/>
            <a:r>
              <a:rPr lang="en-MY" sz="2400" dirty="0"/>
              <a:t>Coherence allows the reader to move easily throughout the text from one idea to the next, from one sentence to the next, and from one paragraph to the next.</a:t>
            </a:r>
          </a:p>
          <a:p>
            <a:pPr marL="3657600" lvl="8" indent="0" algn="just">
              <a:buNone/>
            </a:pPr>
            <a:endParaRPr lang="en-MY" sz="800" dirty="0"/>
          </a:p>
          <a:p>
            <a:pPr algn="just"/>
            <a:endParaRPr lang="en-MY" sz="2400" dirty="0"/>
          </a:p>
          <a:p>
            <a:pPr marL="3657600" lvl="8" indent="0" algn="just">
              <a:buNone/>
            </a:pPr>
            <a:r>
              <a:rPr lang="en-MY" sz="800" dirty="0"/>
              <a:t>			</a:t>
            </a:r>
          </a:p>
          <a:p>
            <a:pPr marL="3657600" lvl="8" indent="0" algn="just">
              <a:buNone/>
            </a:pPr>
            <a:endParaRPr lang="en-MY" sz="800" dirty="0"/>
          </a:p>
          <a:p>
            <a:pPr marL="3657600" lvl="8" indent="0" algn="just">
              <a:buNone/>
            </a:pPr>
            <a:endParaRPr lang="en-MY" sz="800" dirty="0"/>
          </a:p>
          <a:p>
            <a:pPr marL="3657600" lvl="8" indent="0" algn="just">
              <a:buNone/>
            </a:pPr>
            <a:endParaRPr lang="en-MY" sz="800" dirty="0"/>
          </a:p>
          <a:p>
            <a:pPr marL="3200400" lvl="7" indent="0" algn="just">
              <a:buNone/>
            </a:pPr>
            <a:r>
              <a:rPr lang="en-MY" sz="800" dirty="0"/>
              <a:t> 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186" y="365125"/>
            <a:ext cx="11781692" cy="62818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9" y="25603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Continuity  </a:t>
            </a:r>
            <a:br>
              <a:rPr lang="en-US" dirty="0"/>
            </a:b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" y="1483698"/>
            <a:ext cx="11475720" cy="48896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MY" sz="2000" b="1" dirty="0"/>
              <a:t>Continuity:</a:t>
            </a:r>
          </a:p>
          <a:p>
            <a:pPr marL="0" indent="0" algn="just">
              <a:buNone/>
            </a:pPr>
            <a:r>
              <a:rPr lang="en-MY" sz="2000" dirty="0"/>
              <a:t>You need to </a:t>
            </a:r>
            <a:r>
              <a:rPr lang="en-MY" sz="2000" b="1" dirty="0"/>
              <a:t>connect your thoughts </a:t>
            </a:r>
            <a:r>
              <a:rPr lang="en-MY" sz="2000" dirty="0"/>
              <a:t>from sentence to sentence in order to stay on topic. There are three ways to do so:</a:t>
            </a:r>
          </a:p>
          <a:p>
            <a:pPr algn="just"/>
            <a:r>
              <a:rPr lang="en-MY" sz="2000" b="1" dirty="0"/>
              <a:t>Transitional phrases </a:t>
            </a:r>
            <a:r>
              <a:rPr lang="en-MY" sz="2000" dirty="0"/>
              <a:t>("on the other hand," "not only...but also")</a:t>
            </a:r>
          </a:p>
          <a:p>
            <a:pPr algn="just"/>
            <a:r>
              <a:rPr lang="en-MY" sz="2000" b="1" dirty="0"/>
              <a:t>Conjunctions</a:t>
            </a:r>
            <a:r>
              <a:rPr lang="en-MY" sz="2000" dirty="0"/>
              <a:t>, (as if, but, yet, while)</a:t>
            </a:r>
          </a:p>
          <a:p>
            <a:pPr algn="just"/>
            <a:r>
              <a:rPr lang="en-MY" sz="2000" b="1" dirty="0"/>
              <a:t>Keywords</a:t>
            </a:r>
            <a:r>
              <a:rPr lang="en-MY" sz="2000" dirty="0"/>
              <a:t> (repeat words and phrases from the past sentence in the following sentence).</a:t>
            </a:r>
          </a:p>
          <a:p>
            <a:pPr marL="0" indent="0" algn="just">
              <a:buNone/>
            </a:pPr>
            <a:endParaRPr lang="en-MY" sz="2000" dirty="0"/>
          </a:p>
          <a:p>
            <a:pPr marL="0" indent="0" algn="just">
              <a:buNone/>
            </a:pPr>
            <a:r>
              <a:rPr lang="en-MY" sz="2000" dirty="0"/>
              <a:t> </a:t>
            </a:r>
            <a:r>
              <a:rPr lang="en-MY" sz="2000" b="1" dirty="0"/>
              <a:t>Paragraph Transitions:</a:t>
            </a:r>
          </a:p>
          <a:p>
            <a:pPr marL="0" indent="0" algn="just">
              <a:buNone/>
            </a:pPr>
            <a:r>
              <a:rPr lang="en-MY" sz="2000" dirty="0"/>
              <a:t>You need to connect your thoughts from </a:t>
            </a:r>
            <a:r>
              <a:rPr lang="en-MY" sz="2000" b="1" dirty="0"/>
              <a:t>paragraph to paragraph </a:t>
            </a:r>
            <a:r>
              <a:rPr lang="en-MY" sz="2000" dirty="0"/>
              <a:t>with your topic sentence. Basically, you use the same tools that you employ for sentence continuity, but instead of staying on topic, you are switching to a new topic.</a:t>
            </a:r>
          </a:p>
          <a:p>
            <a:endParaRPr lang="en-MY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Office PowerPoint</Application>
  <PresentationFormat>Widescreen</PresentationFormat>
  <Paragraphs>87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Aharoni</vt:lpstr>
      <vt:lpstr>Arial</vt:lpstr>
      <vt:lpstr>Calibri</vt:lpstr>
      <vt:lpstr>Calibri Light</vt:lpstr>
      <vt:lpstr>Trebuchet MS</vt:lpstr>
      <vt:lpstr>Office Theme</vt:lpstr>
      <vt:lpstr>4 Cs of Communication  (Understanding the Communication Process)</vt:lpstr>
      <vt:lpstr>Purpose of Written Communication</vt:lpstr>
      <vt:lpstr>Structuring &amp; Paragraphing</vt:lpstr>
      <vt:lpstr>Structuring </vt:lpstr>
      <vt:lpstr>Commonly Used Structure In Business Writing: PDA</vt:lpstr>
      <vt:lpstr>Understanding the Communication Process</vt:lpstr>
      <vt:lpstr>The  Four Cs of Communication </vt:lpstr>
      <vt:lpstr>Clarity </vt:lpstr>
      <vt:lpstr>Concision </vt:lpstr>
      <vt:lpstr>Concision</vt:lpstr>
      <vt:lpstr>Practice 1:  Revise these sentences to state their meaning in fewer words. </vt:lpstr>
      <vt:lpstr>Answer</vt:lpstr>
      <vt:lpstr>Coherence  </vt:lpstr>
      <vt:lpstr>PowerPoint Presentation</vt:lpstr>
      <vt:lpstr>Continuity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Beginnings and Basic Rhetorical considerations</dc:title>
  <dc:creator>e30</dc:creator>
  <cp:lastModifiedBy>Akma Safian</cp:lastModifiedBy>
  <cp:revision>194</cp:revision>
  <dcterms:created xsi:type="dcterms:W3CDTF">2025-10-03T04:51:45Z</dcterms:created>
  <dcterms:modified xsi:type="dcterms:W3CDTF">2026-04-07T03:51:39Z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2CFFCF9DB5D8428A0D47DF683D035EA5_43</vt:lpwstr>
  </property>
  <property fmtid="{D5CDD505-2E9C-101B-9397-08002B2CF9AE}" pid="3" name="KSOProductBuildVer">
    <vt:lpwstr>1033-12.1.22554.22554</vt:lpwstr>
  </property>
</Properties>
</file>