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76" r:id="rId7"/>
    <p:sldId id="277" r:id="rId8"/>
    <p:sldId id="261" r:id="rId9"/>
    <p:sldId id="262" r:id="rId10"/>
    <p:sldId id="263" r:id="rId11"/>
    <p:sldId id="264" r:id="rId12"/>
    <p:sldId id="265" r:id="rId13"/>
    <p:sldId id="266" r:id="rId14"/>
    <p:sldId id="267" r:id="rId15"/>
    <p:sldId id="268" r:id="rId16"/>
    <p:sldId id="271" r:id="rId17"/>
    <p:sldId id="272" r:id="rId18"/>
    <p:sldId id="273" r:id="rId19"/>
    <p:sldId id="274" r:id="rId2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2" d="100"/>
          <a:sy n="72" d="100"/>
        </p:scale>
        <p:origin x="1120"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0B4AE95-0986-41F2-AD7B-AF377857B55D}" type="datetimeFigureOut">
              <a:rPr lang="en-US" smtClean="0"/>
              <a:t>5/18/2026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EE78ED3-84E6-46CE-9255-1B718F084FB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E78ED3-84E6-46CE-9255-1B718F084FB6}" type="slidenum">
              <a:rPr lang="en-US" smtClean="0"/>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5/18/2026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2795177"/>
            <a:ext cx="7543799" cy="1029128"/>
          </a:xfrm>
          <a:prstGeom prst="rect">
            <a:avLst/>
          </a:prstGeom>
        </p:spPr>
        <p:txBody>
          <a:bodyPr vert="horz" wrap="square" lIns="0" tIns="13335" rIns="0" bIns="0" rtlCol="0">
            <a:spAutoFit/>
          </a:bodyPr>
          <a:lstStyle/>
          <a:p>
            <a:pPr marL="303530" marR="5080" indent="-291465" algn="ctr">
              <a:lnSpc>
                <a:spcPct val="100000"/>
              </a:lnSpc>
              <a:spcBef>
                <a:spcPts val="105"/>
              </a:spcBef>
            </a:pPr>
            <a:r>
              <a:rPr spc="-75" dirty="0">
                <a:latin typeface="Cambria" panose="02040503050406030204" pitchFamily="18" charset="0"/>
                <a:ea typeface="Cambria" panose="02040503050406030204" pitchFamily="18" charset="0"/>
              </a:rPr>
              <a:t>Writing </a:t>
            </a:r>
            <a:r>
              <a:rPr spc="-385" dirty="0">
                <a:latin typeface="Cambria" panose="02040503050406030204" pitchFamily="18" charset="0"/>
                <a:ea typeface="Cambria" panose="02040503050406030204" pitchFamily="18" charset="0"/>
              </a:rPr>
              <a:t>Routine </a:t>
            </a:r>
            <a:r>
              <a:rPr spc="-190" dirty="0">
                <a:latin typeface="Cambria" panose="02040503050406030204" pitchFamily="18" charset="0"/>
                <a:ea typeface="Cambria" panose="02040503050406030204" pitchFamily="18" charset="0"/>
              </a:rPr>
              <a:t>(Neutral)</a:t>
            </a:r>
            <a:r>
              <a:rPr lang="en-US" spc="-190" dirty="0">
                <a:latin typeface="Cambria" panose="02040503050406030204" pitchFamily="18" charset="0"/>
                <a:ea typeface="Cambria" panose="02040503050406030204" pitchFamily="18" charset="0"/>
              </a:rPr>
              <a:t>, Positive (Good News) </a:t>
            </a:r>
            <a:r>
              <a:rPr spc="-185" dirty="0">
                <a:latin typeface="Cambria" panose="02040503050406030204" pitchFamily="18" charset="0"/>
                <a:ea typeface="Cambria" panose="02040503050406030204" pitchFamily="18" charset="0"/>
              </a:rPr>
              <a:t>and </a:t>
            </a:r>
            <a:r>
              <a:rPr lang="en-US" spc="-325" dirty="0">
                <a:latin typeface="Cambria" panose="02040503050406030204" pitchFamily="18" charset="0"/>
                <a:ea typeface="Cambria" panose="02040503050406030204" pitchFamily="18" charset="0"/>
              </a:rPr>
              <a:t>Goodwill</a:t>
            </a:r>
            <a:r>
              <a:rPr spc="85" dirty="0">
                <a:latin typeface="Cambria" panose="02040503050406030204" pitchFamily="18" charset="0"/>
                <a:ea typeface="Cambria" panose="02040503050406030204" pitchFamily="18" charset="0"/>
              </a:rPr>
              <a:t> </a:t>
            </a:r>
            <a:r>
              <a:rPr spc="-390" dirty="0">
                <a:latin typeface="Cambria" panose="02040503050406030204" pitchFamily="18" charset="0"/>
                <a:ea typeface="Cambria" panose="02040503050406030204" pitchFamily="18" charset="0"/>
              </a:rPr>
              <a:t>Messages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462" y="1124152"/>
            <a:ext cx="7956550" cy="697230"/>
          </a:xfrm>
          <a:prstGeom prst="rect">
            <a:avLst/>
          </a:prstGeom>
        </p:spPr>
        <p:txBody>
          <a:bodyPr vert="horz" wrap="square" lIns="0" tIns="13335" rIns="0" bIns="0" rtlCol="0">
            <a:spAutoFit/>
          </a:bodyPr>
          <a:lstStyle/>
          <a:p>
            <a:pPr marL="12700">
              <a:lnSpc>
                <a:spcPct val="100000"/>
              </a:lnSpc>
              <a:spcBef>
                <a:spcPts val="105"/>
              </a:spcBef>
            </a:pPr>
            <a:r>
              <a:rPr u="heavy" spc="-420" dirty="0">
                <a:uFill>
                  <a:solidFill>
                    <a:srgbClr val="2583C5"/>
                  </a:solidFill>
                </a:uFill>
              </a:rPr>
              <a:t> </a:t>
            </a:r>
            <a:r>
              <a:rPr u="heavy" spc="-550" dirty="0">
                <a:uFill>
                  <a:solidFill>
                    <a:srgbClr val="2583C5"/>
                  </a:solidFill>
                </a:uFill>
              </a:rPr>
              <a:t> </a:t>
            </a:r>
            <a:endParaRPr u="heavy" spc="-1390" dirty="0">
              <a:uFill>
                <a:solidFill>
                  <a:srgbClr val="2583C5"/>
                </a:solidFill>
              </a:uFill>
            </a:endParaRPr>
          </a:p>
        </p:txBody>
      </p:sp>
      <p:sp>
        <p:nvSpPr>
          <p:cNvPr id="3" name="object 3"/>
          <p:cNvSpPr txBox="1"/>
          <p:nvPr/>
        </p:nvSpPr>
        <p:spPr>
          <a:xfrm>
            <a:off x="768853" y="2288309"/>
            <a:ext cx="7743190" cy="3733800"/>
          </a:xfrm>
          <a:prstGeom prst="rect">
            <a:avLst/>
          </a:prstGeom>
        </p:spPr>
        <p:txBody>
          <a:bodyPr vert="horz" wrap="square" lIns="0" tIns="13335" rIns="0" bIns="0" rtlCol="0">
            <a:noAutofit/>
          </a:bodyPr>
          <a:lstStyle/>
          <a:p>
            <a:pPr marL="355600" indent="-342900">
              <a:lnSpc>
                <a:spcPct val="100000"/>
              </a:lnSpc>
              <a:spcBef>
                <a:spcPts val="105"/>
              </a:spcBef>
              <a:buFont typeface="Arial" panose="020B0604020202090204" pitchFamily="34" charset="0"/>
              <a:buChar char="•"/>
            </a:pPr>
            <a:r>
              <a:rPr sz="2000" spc="-155" dirty="0">
                <a:latin typeface="Cambria" panose="02040503050406030204" pitchFamily="18" charset="0"/>
                <a:ea typeface="Cambria" panose="02040503050406030204" pitchFamily="18" charset="0"/>
                <a:cs typeface="Arial" panose="020B0604020202090204"/>
              </a:rPr>
              <a:t>Thank-you</a:t>
            </a:r>
            <a:r>
              <a:rPr lang="en-US" sz="2000" spc="-155" dirty="0">
                <a:latin typeface="Cambria" panose="02040503050406030204" pitchFamily="18" charset="0"/>
                <a:ea typeface="Cambria" panose="02040503050406030204" pitchFamily="18" charset="0"/>
                <a:cs typeface="Arial" panose="020B0604020202090204"/>
              </a:rPr>
              <a:t> – goodwill </a:t>
            </a:r>
          </a:p>
          <a:p>
            <a:pPr marL="355600" indent="-342900">
              <a:lnSpc>
                <a:spcPct val="100000"/>
              </a:lnSpc>
              <a:spcBef>
                <a:spcPts val="105"/>
              </a:spcBef>
              <a:buFont typeface="Arial" panose="020B0604020202090204" pitchFamily="34" charset="0"/>
              <a:buChar char="•"/>
            </a:pPr>
            <a:endParaRPr lang="en-US" sz="2000" spc="-155" dirty="0">
              <a:latin typeface="Cambria" panose="02040503050406030204" pitchFamily="18" charset="0"/>
              <a:ea typeface="Cambria" panose="02040503050406030204" pitchFamily="18" charset="0"/>
              <a:cs typeface="Arial" panose="020B0604020202090204"/>
            </a:endParaRPr>
          </a:p>
          <a:p>
            <a:pPr marL="355600" indent="-342900">
              <a:lnSpc>
                <a:spcPct val="100000"/>
              </a:lnSpc>
              <a:spcBef>
                <a:spcPts val="105"/>
              </a:spcBef>
              <a:buFont typeface="Arial" panose="020B0604020202090204" pitchFamily="34" charset="0"/>
              <a:buChar char="•"/>
            </a:pPr>
            <a:r>
              <a:rPr lang="en-US" sz="2000" spc="-155" dirty="0">
                <a:latin typeface="Cambria" panose="02040503050406030204" pitchFamily="18" charset="0"/>
                <a:ea typeface="Cambria" panose="02040503050406030204" pitchFamily="18" charset="0"/>
                <a:cs typeface="Arial" panose="020B0604020202090204"/>
              </a:rPr>
              <a:t>Condolence - goodwill</a:t>
            </a:r>
          </a:p>
          <a:p>
            <a:pPr marL="12700">
              <a:lnSpc>
                <a:spcPct val="100000"/>
              </a:lnSpc>
              <a:spcBef>
                <a:spcPts val="105"/>
              </a:spcBef>
            </a:pPr>
            <a:endParaRPr lang="en-US" sz="2000" dirty="0">
              <a:latin typeface="Cambria" panose="02040503050406030204" pitchFamily="18" charset="0"/>
              <a:ea typeface="Cambria" panose="02040503050406030204" pitchFamily="18" charset="0"/>
              <a:cs typeface="Arial" panose="020B0604020202090204"/>
            </a:endParaRPr>
          </a:p>
          <a:p>
            <a:pPr marL="355600" indent="-342900">
              <a:lnSpc>
                <a:spcPct val="100000"/>
              </a:lnSpc>
              <a:spcBef>
                <a:spcPts val="105"/>
              </a:spcBef>
              <a:buFont typeface="Arial" panose="020B0604020202090204" pitchFamily="34" charset="0"/>
              <a:buChar char="•"/>
            </a:pPr>
            <a:r>
              <a:rPr sz="2000" spc="-90" dirty="0">
                <a:latin typeface="Cambria" panose="02040503050406030204" pitchFamily="18" charset="0"/>
                <a:ea typeface="Cambria" panose="02040503050406030204" pitchFamily="18" charset="0"/>
                <a:cs typeface="Arial" panose="020B0604020202090204"/>
              </a:rPr>
              <a:t>Congratulation</a:t>
            </a:r>
            <a:r>
              <a:rPr lang="en-US" sz="2000" spc="-90" dirty="0">
                <a:latin typeface="Cambria" panose="02040503050406030204" pitchFamily="18" charset="0"/>
                <a:ea typeface="Cambria" panose="02040503050406030204" pitchFamily="18" charset="0"/>
                <a:cs typeface="Arial" panose="020B0604020202090204"/>
              </a:rPr>
              <a:t>s – good news</a:t>
            </a:r>
          </a:p>
          <a:p>
            <a:pPr marL="12700">
              <a:lnSpc>
                <a:spcPct val="100000"/>
              </a:lnSpc>
              <a:spcBef>
                <a:spcPts val="105"/>
              </a:spcBef>
            </a:pPr>
            <a:r>
              <a:rPr sz="2000" spc="-90" dirty="0">
                <a:latin typeface="Cambria" panose="02040503050406030204" pitchFamily="18" charset="0"/>
                <a:ea typeface="Cambria" panose="02040503050406030204" pitchFamily="18" charset="0"/>
                <a:cs typeface="Arial" panose="020B0604020202090204"/>
              </a:rPr>
              <a:t> </a:t>
            </a:r>
            <a:endParaRPr lang="en-US" sz="2000" spc="-90" dirty="0">
              <a:latin typeface="Cambria" panose="02040503050406030204" pitchFamily="18" charset="0"/>
              <a:ea typeface="Cambria" panose="02040503050406030204" pitchFamily="18" charset="0"/>
              <a:cs typeface="Arial" panose="020B0604020202090204"/>
            </a:endParaRPr>
          </a:p>
          <a:p>
            <a:pPr marL="355600" indent="-342900">
              <a:lnSpc>
                <a:spcPct val="100000"/>
              </a:lnSpc>
              <a:spcBef>
                <a:spcPts val="105"/>
              </a:spcBef>
              <a:buFont typeface="Arial" panose="020B0604020202090204" pitchFamily="34" charset="0"/>
              <a:buChar char="•"/>
            </a:pPr>
            <a:r>
              <a:rPr sz="2000" spc="-170" dirty="0">
                <a:latin typeface="Cambria" panose="02040503050406030204" pitchFamily="18" charset="0"/>
                <a:ea typeface="Cambria" panose="02040503050406030204" pitchFamily="18" charset="0"/>
                <a:cs typeface="Arial" panose="020B0604020202090204"/>
              </a:rPr>
              <a:t>Recommendation</a:t>
            </a:r>
            <a:r>
              <a:rPr lang="en-US" sz="2000" spc="-170" dirty="0">
                <a:latin typeface="Cambria" panose="02040503050406030204" pitchFamily="18" charset="0"/>
                <a:ea typeface="Cambria" panose="02040503050406030204" pitchFamily="18" charset="0"/>
                <a:cs typeface="Arial" panose="020B0604020202090204"/>
              </a:rPr>
              <a:t> – good news/ neutral</a:t>
            </a:r>
          </a:p>
          <a:p>
            <a:pPr marL="12700">
              <a:lnSpc>
                <a:spcPct val="100000"/>
              </a:lnSpc>
              <a:spcBef>
                <a:spcPts val="105"/>
              </a:spcBef>
            </a:pPr>
            <a:endParaRPr lang="en-US" sz="2000" spc="-170" dirty="0">
              <a:latin typeface="Cambria" panose="02040503050406030204" pitchFamily="18" charset="0"/>
              <a:ea typeface="Cambria" panose="02040503050406030204" pitchFamily="18" charset="0"/>
              <a:cs typeface="Arial" panose="020B0604020202090204"/>
            </a:endParaRPr>
          </a:p>
          <a:p>
            <a:pPr marL="355600" indent="-342900">
              <a:lnSpc>
                <a:spcPct val="100000"/>
              </a:lnSpc>
              <a:spcBef>
                <a:spcPts val="105"/>
              </a:spcBef>
              <a:buFont typeface="Arial" panose="020B0604020202090204" pitchFamily="34" charset="0"/>
              <a:buChar char="•"/>
            </a:pPr>
            <a:r>
              <a:rPr sz="2000" spc="-90" dirty="0">
                <a:latin typeface="Cambria" panose="02040503050406030204" pitchFamily="18" charset="0"/>
                <a:ea typeface="Cambria" panose="02040503050406030204" pitchFamily="18" charset="0"/>
                <a:cs typeface="Arial" panose="020B0604020202090204"/>
              </a:rPr>
              <a:t>Inquiry</a:t>
            </a:r>
            <a:r>
              <a:rPr lang="en-US" sz="2000" spc="-90" dirty="0">
                <a:latin typeface="Cambria" panose="02040503050406030204" pitchFamily="18" charset="0"/>
                <a:ea typeface="Cambria" panose="02040503050406030204" pitchFamily="18" charset="0"/>
                <a:cs typeface="Arial" panose="020B0604020202090204"/>
              </a:rPr>
              <a:t> – neutral</a:t>
            </a:r>
          </a:p>
          <a:p>
            <a:pPr marL="12700">
              <a:lnSpc>
                <a:spcPct val="100000"/>
              </a:lnSpc>
              <a:spcBef>
                <a:spcPts val="105"/>
              </a:spcBef>
            </a:pPr>
            <a:endParaRPr lang="en-US" sz="2750" dirty="0">
              <a:latin typeface="Cambria" panose="02040503050406030204" pitchFamily="18" charset="0"/>
              <a:ea typeface="Cambria" panose="02040503050406030204" pitchFamily="18" charset="0"/>
              <a:cs typeface="Arial" panose="020B0604020202090204"/>
            </a:endParaRPr>
          </a:p>
          <a:p>
            <a:pPr marL="355600" indent="-342900">
              <a:lnSpc>
                <a:spcPct val="100000"/>
              </a:lnSpc>
              <a:spcBef>
                <a:spcPts val="105"/>
              </a:spcBef>
              <a:buFont typeface="Arial" panose="020B0604020202090204" pitchFamily="34" charset="0"/>
              <a:buChar char="•"/>
            </a:pPr>
            <a:r>
              <a:rPr sz="2000" spc="-25" dirty="0">
                <a:latin typeface="Cambria" panose="02040503050406030204" pitchFamily="18" charset="0"/>
                <a:ea typeface="Cambria" panose="02040503050406030204" pitchFamily="18" charset="0"/>
                <a:cs typeface="Arial" panose="020B0604020202090204"/>
              </a:rPr>
              <a:t>Order </a:t>
            </a:r>
            <a:r>
              <a:rPr sz="2000" spc="-85" dirty="0">
                <a:latin typeface="Cambria" panose="02040503050406030204" pitchFamily="18" charset="0"/>
                <a:ea typeface="Cambria" panose="02040503050406030204" pitchFamily="18" charset="0"/>
                <a:cs typeface="Arial" panose="020B0604020202090204"/>
              </a:rPr>
              <a:t>and</a:t>
            </a:r>
            <a:r>
              <a:rPr sz="2000" spc="-120" dirty="0">
                <a:latin typeface="Cambria" panose="02040503050406030204" pitchFamily="18" charset="0"/>
                <a:ea typeface="Cambria" panose="02040503050406030204" pitchFamily="18" charset="0"/>
                <a:cs typeface="Arial" panose="020B0604020202090204"/>
              </a:rPr>
              <a:t> acknowledgment</a:t>
            </a:r>
            <a:r>
              <a:rPr lang="en-US" sz="2000" spc="-120" dirty="0">
                <a:latin typeface="Cambria" panose="02040503050406030204" pitchFamily="18" charset="0"/>
                <a:ea typeface="Cambria" panose="02040503050406030204" pitchFamily="18" charset="0"/>
                <a:cs typeface="Arial" panose="020B0604020202090204"/>
              </a:rPr>
              <a:t> - neutral</a:t>
            </a:r>
            <a:endParaRPr sz="2000" dirty="0">
              <a:latin typeface="Cambria" panose="02040503050406030204" pitchFamily="18" charset="0"/>
              <a:ea typeface="Cambria" panose="02040503050406030204" pitchFamily="18" charset="0"/>
              <a:cs typeface="Arial" panose="020B0604020202090204"/>
            </a:endParaRPr>
          </a:p>
        </p:txBody>
      </p:sp>
      <p:sp>
        <p:nvSpPr>
          <p:cNvPr id="4" name="TextBox 3"/>
          <p:cNvSpPr txBox="1"/>
          <p:nvPr/>
        </p:nvSpPr>
        <p:spPr>
          <a:xfrm>
            <a:off x="699135" y="657225"/>
            <a:ext cx="8057515" cy="1019175"/>
          </a:xfrm>
          <a:prstGeom prst="rect">
            <a:avLst/>
          </a:prstGeom>
        </p:spPr>
        <p:style>
          <a:lnRef idx="2">
            <a:schemeClr val="dk1"/>
          </a:lnRef>
          <a:fillRef idx="1">
            <a:schemeClr val="lt1"/>
          </a:fillRef>
          <a:effectRef idx="0">
            <a:schemeClr val="dk1"/>
          </a:effectRef>
          <a:fontRef idx="minor">
            <a:schemeClr val="dk1"/>
          </a:fontRef>
        </p:style>
        <p:txBody>
          <a:bodyPr wrap="square" rtlCol="0">
            <a:noAutofit/>
          </a:bodyPr>
          <a:lstStyle/>
          <a:p>
            <a:r>
              <a:rPr lang="en-US" sz="2800" dirty="0">
                <a:latin typeface="Cambria" panose="02040503050406030204" pitchFamily="18" charset="0"/>
                <a:ea typeface="Cambria" panose="02040503050406030204" pitchFamily="18" charset="0"/>
              </a:rPr>
              <a:t>ROUTINE (NEUTRAL), POSITIVE (GOOD NEWS) AND GOODWILL MESSAGES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79144" y="2421762"/>
            <a:ext cx="8036256" cy="2474395"/>
          </a:xfrm>
          <a:prstGeom prst="rect">
            <a:avLst/>
          </a:prstGeom>
        </p:spPr>
        <p:txBody>
          <a:bodyPr vert="horz" wrap="square" lIns="0" tIns="12065" rIns="0" bIns="0" rtlCol="0">
            <a:spAutoFit/>
          </a:bodyPr>
          <a:lstStyle/>
          <a:p>
            <a:pPr marL="355600" indent="-342900">
              <a:lnSpc>
                <a:spcPct val="100000"/>
              </a:lnSpc>
              <a:spcBef>
                <a:spcPts val="95"/>
              </a:spcBef>
              <a:buFont typeface="Arial" panose="020B0604020202090204" pitchFamily="34" charset="0"/>
              <a:buChar char="•"/>
            </a:pPr>
            <a:r>
              <a:rPr sz="2500" spc="-5" dirty="0">
                <a:latin typeface="Cambria" panose="02040503050406030204" pitchFamily="18" charset="0"/>
                <a:ea typeface="Cambria" panose="02040503050406030204" pitchFamily="18" charset="0"/>
                <a:cs typeface="Arial" panose="020B0604020202090204"/>
              </a:rPr>
              <a:t>Open with the good or neutral news (main</a:t>
            </a:r>
            <a:r>
              <a:rPr sz="2500" spc="60" dirty="0">
                <a:latin typeface="Cambria" panose="02040503050406030204" pitchFamily="18" charset="0"/>
                <a:ea typeface="Cambria" panose="02040503050406030204" pitchFamily="18" charset="0"/>
                <a:cs typeface="Arial" panose="020B0604020202090204"/>
              </a:rPr>
              <a:t> </a:t>
            </a:r>
            <a:r>
              <a:rPr sz="2500" spc="-5" dirty="0">
                <a:latin typeface="Cambria" panose="02040503050406030204" pitchFamily="18" charset="0"/>
                <a:ea typeface="Cambria" panose="02040503050406030204" pitchFamily="18" charset="0"/>
                <a:cs typeface="Arial" panose="020B0604020202090204"/>
              </a:rPr>
              <a:t>idea</a:t>
            </a:r>
            <a:r>
              <a:rPr lang="en-US" sz="2500" spc="-5" dirty="0">
                <a:latin typeface="Cambria" panose="02040503050406030204" pitchFamily="18" charset="0"/>
                <a:ea typeface="Cambria" panose="02040503050406030204" pitchFamily="18" charset="0"/>
                <a:cs typeface="Arial" panose="020B0604020202090204"/>
              </a:rPr>
              <a:t>/purpose</a:t>
            </a:r>
            <a:r>
              <a:rPr sz="2500" spc="-5" dirty="0">
                <a:latin typeface="Cambria" panose="02040503050406030204" pitchFamily="18" charset="0"/>
                <a:ea typeface="Cambria" panose="02040503050406030204" pitchFamily="18" charset="0"/>
                <a:cs typeface="Arial" panose="020B0604020202090204"/>
              </a:rPr>
              <a:t>)</a:t>
            </a:r>
            <a:endParaRPr sz="2500" dirty="0">
              <a:latin typeface="Cambria" panose="02040503050406030204" pitchFamily="18" charset="0"/>
              <a:ea typeface="Cambria" panose="02040503050406030204" pitchFamily="18" charset="0"/>
              <a:cs typeface="Arial" panose="020B0604020202090204"/>
            </a:endParaRPr>
          </a:p>
          <a:p>
            <a:pPr marL="355600" marR="557530" indent="-342900">
              <a:lnSpc>
                <a:spcPct val="220000"/>
              </a:lnSpc>
              <a:buFont typeface="Arial" panose="020B0604020202090204" pitchFamily="34" charset="0"/>
              <a:buChar char="•"/>
            </a:pPr>
            <a:r>
              <a:rPr sz="2500" spc="-5" dirty="0">
                <a:latin typeface="Cambria" panose="02040503050406030204" pitchFamily="18" charset="0"/>
                <a:ea typeface="Cambria" panose="02040503050406030204" pitchFamily="18" charset="0"/>
                <a:cs typeface="Arial" panose="020B0604020202090204"/>
              </a:rPr>
              <a:t>Follow with adequate details or descriptions</a:t>
            </a:r>
            <a:endParaRPr lang="en-US" sz="2500" spc="-5" dirty="0">
              <a:latin typeface="Cambria" panose="02040503050406030204" pitchFamily="18" charset="0"/>
              <a:ea typeface="Cambria" panose="02040503050406030204" pitchFamily="18" charset="0"/>
              <a:cs typeface="Arial" panose="020B0604020202090204"/>
            </a:endParaRPr>
          </a:p>
          <a:p>
            <a:pPr marL="355600" marR="557530" indent="-342900">
              <a:lnSpc>
                <a:spcPct val="220000"/>
              </a:lnSpc>
              <a:buFont typeface="Arial" panose="020B0604020202090204" pitchFamily="34" charset="0"/>
              <a:buChar char="•"/>
            </a:pPr>
            <a:r>
              <a:rPr sz="2500" spc="-5" dirty="0">
                <a:latin typeface="Cambria" panose="02040503050406030204" pitchFamily="18" charset="0"/>
                <a:ea typeface="Cambria" panose="02040503050406030204" pitchFamily="18" charset="0"/>
                <a:cs typeface="Arial" panose="020B0604020202090204"/>
              </a:rPr>
              <a:t>End</a:t>
            </a:r>
            <a:r>
              <a:rPr sz="2500" spc="-10" dirty="0">
                <a:latin typeface="Cambria" panose="02040503050406030204" pitchFamily="18" charset="0"/>
                <a:ea typeface="Cambria" panose="02040503050406030204" pitchFamily="18" charset="0"/>
                <a:cs typeface="Arial" panose="020B0604020202090204"/>
              </a:rPr>
              <a:t> </a:t>
            </a:r>
            <a:r>
              <a:rPr sz="2500" spc="-20" dirty="0">
                <a:latin typeface="Cambria" panose="02040503050406030204" pitchFamily="18" charset="0"/>
                <a:ea typeface="Cambria" panose="02040503050406030204" pitchFamily="18" charset="0"/>
                <a:cs typeface="Arial" panose="020B0604020202090204"/>
              </a:rPr>
              <a:t>pleasantly</a:t>
            </a:r>
            <a:r>
              <a:rPr lang="en-US" sz="2500" spc="-20" dirty="0">
                <a:latin typeface="Cambria" panose="02040503050406030204" pitchFamily="18" charset="0"/>
                <a:ea typeface="Cambria" panose="02040503050406030204" pitchFamily="18" charset="0"/>
                <a:cs typeface="Arial" panose="020B0604020202090204"/>
              </a:rPr>
              <a:t> (Action)</a:t>
            </a:r>
            <a:endParaRPr sz="2500" dirty="0">
              <a:latin typeface="Cambria" panose="02040503050406030204" pitchFamily="18" charset="0"/>
              <a:ea typeface="Cambria" panose="02040503050406030204" pitchFamily="18" charset="0"/>
              <a:cs typeface="Arial" panose="020B0604020202090204"/>
            </a:endParaRPr>
          </a:p>
        </p:txBody>
      </p:sp>
      <p:sp>
        <p:nvSpPr>
          <p:cNvPr id="7" name="Title 6"/>
          <p:cNvSpPr>
            <a:spLocks noGrp="1"/>
          </p:cNvSpPr>
          <p:nvPr>
            <p:ph type="title"/>
          </p:nvPr>
        </p:nvSpPr>
        <p:spPr>
          <a:xfrm>
            <a:off x="571052" y="1058455"/>
            <a:ext cx="5860541" cy="677108"/>
          </a:xfrm>
        </p:spPr>
        <p:txBody>
          <a:bodyPr>
            <a:normAutofit/>
          </a:bodyPr>
          <a:lstStyle/>
          <a:p>
            <a:r>
              <a:rPr lang="en-US" dirty="0">
                <a:latin typeface="Cambria" panose="02040503050406030204" pitchFamily="18" charset="0"/>
                <a:ea typeface="Cambria" panose="02040503050406030204" pitchFamily="18" charset="0"/>
              </a:rPr>
              <a:t>DIRECT APPROACH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88936" y="2671480"/>
            <a:ext cx="8455064" cy="3232150"/>
          </a:xfrm>
          <a:prstGeom prst="rect">
            <a:avLst/>
          </a:prstGeom>
        </p:spPr>
        <p:txBody>
          <a:bodyPr vert="horz" wrap="square" lIns="0" tIns="236220" rIns="0" bIns="0" rtlCol="0">
            <a:spAutoFit/>
          </a:bodyPr>
          <a:lstStyle/>
          <a:p>
            <a:pPr marL="12700">
              <a:lnSpc>
                <a:spcPct val="100000"/>
              </a:lnSpc>
              <a:spcBef>
                <a:spcPts val="1860"/>
              </a:spcBef>
            </a:pPr>
            <a:r>
              <a:rPr lang="en-US" sz="2500" spc="-5" dirty="0">
                <a:latin typeface="Cambria" panose="02040503050406030204" pitchFamily="18" charset="0"/>
                <a:ea typeface="Cambria" panose="02040503050406030204" pitchFamily="18" charset="0"/>
                <a:cs typeface="Arial" panose="020B0604020202090204"/>
              </a:rPr>
              <a:t>Purpose – to say “thank you”</a:t>
            </a:r>
          </a:p>
          <a:p>
            <a:pPr marL="12700">
              <a:lnSpc>
                <a:spcPct val="100000"/>
              </a:lnSpc>
              <a:spcBef>
                <a:spcPts val="1860"/>
              </a:spcBef>
            </a:pPr>
            <a:r>
              <a:rPr lang="en-US" sz="2500" spc="-5" dirty="0">
                <a:latin typeface="Cambria" panose="02040503050406030204" pitchFamily="18" charset="0"/>
                <a:ea typeface="Cambria" panose="02040503050406030204" pitchFamily="18" charset="0"/>
                <a:cs typeface="Arial" panose="020B0604020202090204"/>
              </a:rPr>
              <a:t>(Introduction) </a:t>
            </a:r>
            <a:r>
              <a:rPr sz="2500" spc="-5" dirty="0">
                <a:latin typeface="Cambria" panose="02040503050406030204" pitchFamily="18" charset="0"/>
                <a:ea typeface="Cambria" panose="02040503050406030204" pitchFamily="18" charset="0"/>
                <a:cs typeface="Arial" panose="020B0604020202090204"/>
              </a:rPr>
              <a:t>Begin the</a:t>
            </a:r>
            <a:r>
              <a:rPr lang="en-US" sz="2500" spc="-5" dirty="0">
                <a:latin typeface="Cambria" panose="02040503050406030204" pitchFamily="18" charset="0"/>
                <a:ea typeface="Cambria" panose="02040503050406030204" pitchFamily="18" charset="0"/>
                <a:cs typeface="Arial" panose="020B0604020202090204"/>
              </a:rPr>
              <a:t> letter with the main idea/purpose -</a:t>
            </a:r>
            <a:r>
              <a:rPr sz="2500" spc="-5" dirty="0">
                <a:latin typeface="Cambria" panose="02040503050406030204" pitchFamily="18" charset="0"/>
                <a:ea typeface="Cambria" panose="02040503050406030204" pitchFamily="18" charset="0"/>
                <a:cs typeface="Arial" panose="020B0604020202090204"/>
              </a:rPr>
              <a:t> </a:t>
            </a:r>
            <a:r>
              <a:rPr sz="2500" dirty="0">
                <a:latin typeface="Cambria" panose="02040503050406030204" pitchFamily="18" charset="0"/>
                <a:ea typeface="Cambria" panose="02040503050406030204" pitchFamily="18" charset="0"/>
                <a:cs typeface="Arial" panose="020B0604020202090204"/>
              </a:rPr>
              <a:t>about </a:t>
            </a:r>
            <a:r>
              <a:rPr sz="2500" spc="-5" dirty="0">
                <a:latin typeface="Cambria" panose="02040503050406030204" pitchFamily="18" charset="0"/>
                <a:ea typeface="Cambria" panose="02040503050406030204" pitchFamily="18" charset="0"/>
                <a:cs typeface="Arial" panose="020B0604020202090204"/>
              </a:rPr>
              <a:t>something</a:t>
            </a:r>
            <a:r>
              <a:rPr sz="2500" spc="40" dirty="0">
                <a:latin typeface="Cambria" panose="02040503050406030204" pitchFamily="18" charset="0"/>
                <a:ea typeface="Cambria" panose="02040503050406030204" pitchFamily="18" charset="0"/>
                <a:cs typeface="Arial" panose="020B0604020202090204"/>
              </a:rPr>
              <a:t> </a:t>
            </a:r>
            <a:r>
              <a:rPr sz="2500" spc="-5" dirty="0">
                <a:latin typeface="Cambria" panose="02040503050406030204" pitchFamily="18" charset="0"/>
                <a:ea typeface="Cambria" panose="02040503050406030204" pitchFamily="18" charset="0"/>
                <a:cs typeface="Arial" panose="020B0604020202090204"/>
              </a:rPr>
              <a:t>specific</a:t>
            </a:r>
            <a:endParaRPr sz="2500" dirty="0">
              <a:latin typeface="Cambria" panose="02040503050406030204" pitchFamily="18" charset="0"/>
              <a:ea typeface="Cambria" panose="02040503050406030204" pitchFamily="18" charset="0"/>
              <a:cs typeface="Arial" panose="020B0604020202090204"/>
            </a:endParaRPr>
          </a:p>
          <a:p>
            <a:pPr marL="12700" marR="325120">
              <a:lnSpc>
                <a:spcPct val="100000"/>
              </a:lnSpc>
              <a:spcBef>
                <a:spcPts val="1755"/>
              </a:spcBef>
            </a:pPr>
            <a:r>
              <a:rPr lang="en-US" sz="2500" spc="-15" dirty="0">
                <a:latin typeface="Cambria" panose="02040503050406030204" pitchFamily="18" charset="0"/>
                <a:ea typeface="Cambria" panose="02040503050406030204" pitchFamily="18" charset="0"/>
                <a:cs typeface="Arial" panose="020B0604020202090204"/>
              </a:rPr>
              <a:t>(Body) </a:t>
            </a:r>
            <a:r>
              <a:rPr sz="2500" spc="-15" dirty="0">
                <a:latin typeface="Cambria" panose="02040503050406030204" pitchFamily="18" charset="0"/>
                <a:ea typeface="Cambria" panose="02040503050406030204" pitchFamily="18" charset="0"/>
                <a:cs typeface="Arial" panose="020B0604020202090204"/>
              </a:rPr>
              <a:t>Offer </a:t>
            </a:r>
            <a:r>
              <a:rPr sz="2500" spc="-10" dirty="0">
                <a:latin typeface="Cambria" panose="02040503050406030204" pitchFamily="18" charset="0"/>
                <a:ea typeface="Cambria" panose="02040503050406030204" pitchFamily="18" charset="0"/>
                <a:cs typeface="Arial" panose="020B0604020202090204"/>
              </a:rPr>
              <a:t>extra </a:t>
            </a:r>
            <a:r>
              <a:rPr sz="2500" spc="-5" dirty="0">
                <a:latin typeface="Cambria" panose="02040503050406030204" pitchFamily="18" charset="0"/>
                <a:ea typeface="Cambria" panose="02040503050406030204" pitchFamily="18" charset="0"/>
                <a:cs typeface="Arial" panose="020B0604020202090204"/>
              </a:rPr>
              <a:t>details about why you appreciate what  the receiver did or</a:t>
            </a:r>
            <a:r>
              <a:rPr sz="2500" spc="20" dirty="0">
                <a:latin typeface="Cambria" panose="02040503050406030204" pitchFamily="18" charset="0"/>
                <a:ea typeface="Cambria" panose="02040503050406030204" pitchFamily="18" charset="0"/>
                <a:cs typeface="Arial" panose="020B0604020202090204"/>
              </a:rPr>
              <a:t> </a:t>
            </a:r>
            <a:r>
              <a:rPr sz="2500" spc="-5" dirty="0">
                <a:latin typeface="Cambria" panose="02040503050406030204" pitchFamily="18" charset="0"/>
                <a:ea typeface="Cambria" panose="02040503050406030204" pitchFamily="18" charset="0"/>
                <a:cs typeface="Arial" panose="020B0604020202090204"/>
              </a:rPr>
              <a:t>said</a:t>
            </a:r>
            <a:endParaRPr sz="2500" dirty="0">
              <a:latin typeface="Cambria" panose="02040503050406030204" pitchFamily="18" charset="0"/>
              <a:ea typeface="Cambria" panose="02040503050406030204" pitchFamily="18" charset="0"/>
              <a:cs typeface="Arial" panose="020B0604020202090204"/>
            </a:endParaRPr>
          </a:p>
          <a:p>
            <a:pPr marL="12700">
              <a:lnSpc>
                <a:spcPct val="100000"/>
              </a:lnSpc>
              <a:spcBef>
                <a:spcPts val="1750"/>
              </a:spcBef>
            </a:pPr>
            <a:r>
              <a:rPr lang="en-US" sz="2500" spc="-5" dirty="0">
                <a:latin typeface="Cambria" panose="02040503050406030204" pitchFamily="18" charset="0"/>
                <a:ea typeface="Cambria" panose="02040503050406030204" pitchFamily="18" charset="0"/>
                <a:cs typeface="Arial" panose="020B0604020202090204"/>
              </a:rPr>
              <a:t>(Conclusion) </a:t>
            </a:r>
            <a:r>
              <a:rPr sz="2500" spc="-5" dirty="0">
                <a:latin typeface="Cambria" panose="02040503050406030204" pitchFamily="18" charset="0"/>
                <a:ea typeface="Cambria" panose="02040503050406030204" pitchFamily="18" charset="0"/>
                <a:cs typeface="Arial" panose="020B0604020202090204"/>
              </a:rPr>
              <a:t>End </a:t>
            </a:r>
            <a:r>
              <a:rPr lang="en-US" sz="2500" spc="-5" dirty="0">
                <a:latin typeface="Cambria" panose="02040503050406030204" pitchFamily="18" charset="0"/>
                <a:ea typeface="Cambria" panose="02040503050406030204" pitchFamily="18" charset="0"/>
                <a:cs typeface="Arial" panose="020B0604020202090204"/>
              </a:rPr>
              <a:t>politely</a:t>
            </a:r>
            <a:endParaRPr sz="2500" dirty="0">
              <a:latin typeface="Cambria" panose="02040503050406030204" pitchFamily="18" charset="0"/>
              <a:ea typeface="Cambria" panose="02040503050406030204" pitchFamily="18" charset="0"/>
              <a:cs typeface="Arial" panose="020B0604020202090204"/>
            </a:endParaRPr>
          </a:p>
        </p:txBody>
      </p:sp>
      <p:sp>
        <p:nvSpPr>
          <p:cNvPr id="5" name="object 5"/>
          <p:cNvSpPr/>
          <p:nvPr/>
        </p:nvSpPr>
        <p:spPr>
          <a:xfrm>
            <a:off x="415019" y="3638304"/>
            <a:ext cx="216408" cy="20767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72528" y="5562600"/>
            <a:ext cx="216408" cy="207670"/>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534162" y="1862831"/>
            <a:ext cx="7772400" cy="797653"/>
          </a:xfrm>
          <a:prstGeom prst="rect">
            <a:avLst/>
          </a:prstGeom>
          <a:ln w="28955">
            <a:solidFill>
              <a:srgbClr val="2583C5"/>
            </a:solidFill>
          </a:ln>
        </p:spPr>
        <p:txBody>
          <a:bodyPr vert="horz" wrap="square" lIns="0" tIns="27939" rIns="0" bIns="0" rtlCol="0">
            <a:spAutoFit/>
          </a:bodyPr>
          <a:lstStyle/>
          <a:p>
            <a:pPr marL="90170" marR="85090">
              <a:lnSpc>
                <a:spcPct val="100000"/>
              </a:lnSpc>
              <a:spcBef>
                <a:spcPts val="220"/>
              </a:spcBef>
              <a:tabLst>
                <a:tab pos="3438525" algn="l"/>
              </a:tabLst>
            </a:pPr>
            <a:r>
              <a:rPr sz="2500" spc="-195" dirty="0">
                <a:solidFill>
                  <a:srgbClr val="1CACE3"/>
                </a:solidFill>
                <a:latin typeface="Cambria" panose="02040503050406030204" pitchFamily="18" charset="0"/>
                <a:ea typeface="Cambria" panose="02040503050406030204" pitchFamily="18" charset="0"/>
                <a:cs typeface="Arial" panose="020B0604020202090204"/>
              </a:rPr>
              <a:t>Thank-you </a:t>
            </a:r>
            <a:r>
              <a:rPr sz="2500" spc="-254" dirty="0">
                <a:latin typeface="Cambria" panose="02040503050406030204" pitchFamily="18" charset="0"/>
                <a:ea typeface="Cambria" panose="02040503050406030204" pitchFamily="18" charset="0"/>
                <a:cs typeface="Arial" panose="020B0604020202090204"/>
              </a:rPr>
              <a:t>messages </a:t>
            </a:r>
            <a:r>
              <a:rPr sz="2500" spc="-25" dirty="0">
                <a:latin typeface="Cambria" panose="02040503050406030204" pitchFamily="18" charset="0"/>
                <a:ea typeface="Cambria" panose="02040503050406030204" pitchFamily="18" charset="0"/>
                <a:cs typeface="Arial" panose="020B0604020202090204"/>
              </a:rPr>
              <a:t>lay </a:t>
            </a:r>
            <a:r>
              <a:rPr sz="2500" spc="-15" dirty="0">
                <a:latin typeface="Cambria" panose="02040503050406030204" pitchFamily="18" charset="0"/>
                <a:ea typeface="Cambria" panose="02040503050406030204" pitchFamily="18" charset="0"/>
                <a:cs typeface="Arial" panose="020B0604020202090204"/>
              </a:rPr>
              <a:t>a </a:t>
            </a:r>
            <a:r>
              <a:rPr sz="2500" spc="-160" dirty="0">
                <a:latin typeface="Cambria" panose="02040503050406030204" pitchFamily="18" charset="0"/>
                <a:ea typeface="Cambria" panose="02040503050406030204" pitchFamily="18" charset="0"/>
                <a:cs typeface="Arial" panose="020B0604020202090204"/>
              </a:rPr>
              <a:t>strong </a:t>
            </a:r>
            <a:r>
              <a:rPr sz="2500" spc="-114" dirty="0">
                <a:latin typeface="Cambria" panose="02040503050406030204" pitchFamily="18" charset="0"/>
                <a:ea typeface="Cambria" panose="02040503050406030204" pitchFamily="18" charset="0"/>
                <a:cs typeface="Arial" panose="020B0604020202090204"/>
              </a:rPr>
              <a:t>foundation </a:t>
            </a:r>
            <a:r>
              <a:rPr sz="2500" spc="-20" dirty="0">
                <a:latin typeface="Cambria" panose="02040503050406030204" pitchFamily="18" charset="0"/>
                <a:ea typeface="Cambria" panose="02040503050406030204" pitchFamily="18" charset="0"/>
                <a:cs typeface="Arial" panose="020B0604020202090204"/>
              </a:rPr>
              <a:t>for </a:t>
            </a:r>
            <a:r>
              <a:rPr sz="2500" spc="-130" dirty="0">
                <a:latin typeface="Cambria" panose="02040503050406030204" pitchFamily="18" charset="0"/>
                <a:ea typeface="Cambria" panose="02040503050406030204" pitchFamily="18" charset="0"/>
                <a:cs typeface="Arial" panose="020B0604020202090204"/>
              </a:rPr>
              <a:t>maintaining  </a:t>
            </a:r>
            <a:r>
              <a:rPr lang="en-US" sz="2500" spc="-135" dirty="0">
                <a:latin typeface="Cambria" panose="02040503050406030204" pitchFamily="18" charset="0"/>
                <a:ea typeface="Cambria" panose="02040503050406030204" pitchFamily="18" charset="0"/>
                <a:cs typeface="Arial" panose="020B0604020202090204"/>
              </a:rPr>
              <a:t>relationship</a:t>
            </a:r>
            <a:r>
              <a:rPr sz="2500" spc="45" dirty="0">
                <a:latin typeface="Cambria" panose="02040503050406030204" pitchFamily="18" charset="0"/>
                <a:ea typeface="Cambria" panose="02040503050406030204" pitchFamily="18" charset="0"/>
                <a:cs typeface="Arial" panose="020B0604020202090204"/>
              </a:rPr>
              <a:t> </a:t>
            </a:r>
            <a:r>
              <a:rPr lang="en-US" sz="2500" spc="-110" dirty="0">
                <a:latin typeface="Cambria" panose="02040503050406030204" pitchFamily="18" charset="0"/>
                <a:ea typeface="Cambria" panose="02040503050406030204" pitchFamily="18" charset="0"/>
                <a:cs typeface="Arial" panose="020B0604020202090204"/>
              </a:rPr>
              <a:t>(</a:t>
            </a:r>
            <a:r>
              <a:rPr sz="2500" spc="-75" dirty="0">
                <a:latin typeface="Cambria" panose="02040503050406030204" pitchFamily="18" charset="0"/>
                <a:ea typeface="Cambria" panose="02040503050406030204" pitchFamily="18" charset="0"/>
                <a:cs typeface="Arial" panose="020B0604020202090204"/>
              </a:rPr>
              <a:t>goodwill</a:t>
            </a:r>
            <a:r>
              <a:rPr lang="en-US" sz="2500" spc="-75" dirty="0">
                <a:latin typeface="Cambria" panose="02040503050406030204" pitchFamily="18" charset="0"/>
                <a:ea typeface="Cambria" panose="02040503050406030204" pitchFamily="18" charset="0"/>
                <a:cs typeface="Arial" panose="020B0604020202090204"/>
              </a:rPr>
              <a:t>)</a:t>
            </a:r>
            <a:r>
              <a:rPr sz="2500" spc="-75" dirty="0">
                <a:latin typeface="Cambria" panose="02040503050406030204" pitchFamily="18" charset="0"/>
                <a:ea typeface="Cambria" panose="02040503050406030204" pitchFamily="18" charset="0"/>
                <a:cs typeface="Arial" panose="020B0604020202090204"/>
              </a:rPr>
              <a:t>.</a:t>
            </a:r>
            <a:r>
              <a:rPr lang="en-US" sz="2500" spc="-75" dirty="0">
                <a:latin typeface="Cambria" panose="02040503050406030204" pitchFamily="18" charset="0"/>
                <a:ea typeface="Cambria" panose="02040503050406030204" pitchFamily="18" charset="0"/>
                <a:cs typeface="Arial" panose="020B0604020202090204"/>
              </a:rPr>
              <a:t> </a:t>
            </a:r>
            <a:r>
              <a:rPr sz="2500" spc="-130" dirty="0">
                <a:latin typeface="Cambria" panose="02040503050406030204" pitchFamily="18" charset="0"/>
                <a:ea typeface="Cambria" panose="02040503050406030204" pitchFamily="18" charset="0"/>
                <a:cs typeface="Arial" panose="020B0604020202090204"/>
              </a:rPr>
              <a:t>Make </a:t>
            </a:r>
            <a:r>
              <a:rPr sz="2500" spc="-155" dirty="0">
                <a:latin typeface="Cambria" panose="02040503050406030204" pitchFamily="18" charset="0"/>
                <a:ea typeface="Cambria" panose="02040503050406030204" pitchFamily="18" charset="0"/>
                <a:cs typeface="Arial" panose="020B0604020202090204"/>
              </a:rPr>
              <a:t>the </a:t>
            </a:r>
            <a:r>
              <a:rPr sz="2500" spc="-114" dirty="0">
                <a:latin typeface="Cambria" panose="02040503050406030204" pitchFamily="18" charset="0"/>
                <a:ea typeface="Cambria" panose="02040503050406030204" pitchFamily="18" charset="0"/>
                <a:cs typeface="Arial" panose="020B0604020202090204"/>
              </a:rPr>
              <a:t>receiver </a:t>
            </a:r>
            <a:r>
              <a:rPr sz="2500" spc="-40" dirty="0">
                <a:latin typeface="Cambria" panose="02040503050406030204" pitchFamily="18" charset="0"/>
                <a:ea typeface="Cambria" panose="02040503050406030204" pitchFamily="18" charset="0"/>
                <a:cs typeface="Arial" panose="020B0604020202090204"/>
              </a:rPr>
              <a:t>feel</a:t>
            </a:r>
            <a:r>
              <a:rPr lang="en-US" sz="2500" spc="380" dirty="0">
                <a:latin typeface="Cambria" panose="02040503050406030204" pitchFamily="18" charset="0"/>
                <a:ea typeface="Cambria" panose="02040503050406030204" pitchFamily="18" charset="0"/>
                <a:cs typeface="Arial" panose="020B0604020202090204"/>
              </a:rPr>
              <a:t> </a:t>
            </a:r>
            <a:r>
              <a:rPr sz="2500" spc="-105" dirty="0">
                <a:latin typeface="Cambria" panose="02040503050406030204" pitchFamily="18" charset="0"/>
                <a:ea typeface="Cambria" panose="02040503050406030204" pitchFamily="18" charset="0"/>
                <a:cs typeface="Arial" panose="020B0604020202090204"/>
              </a:rPr>
              <a:t>important.</a:t>
            </a:r>
            <a:endParaRPr sz="2500" dirty="0">
              <a:latin typeface="Cambria" panose="02040503050406030204" pitchFamily="18" charset="0"/>
              <a:ea typeface="Cambria" panose="02040503050406030204" pitchFamily="18" charset="0"/>
              <a:cs typeface="Arial" panose="020B0604020202090204"/>
            </a:endParaRPr>
          </a:p>
        </p:txBody>
      </p:sp>
      <p:sp>
        <p:nvSpPr>
          <p:cNvPr id="9" name="object 9"/>
          <p:cNvSpPr/>
          <p:nvPr/>
        </p:nvSpPr>
        <p:spPr>
          <a:xfrm>
            <a:off x="534162" y="1677161"/>
            <a:ext cx="4191000" cy="0"/>
          </a:xfrm>
          <a:custGeom>
            <a:avLst/>
            <a:gdLst/>
            <a:ahLst/>
            <a:cxnLst/>
            <a:rect l="l" t="t" r="r" b="b"/>
            <a:pathLst>
              <a:path w="4191000">
                <a:moveTo>
                  <a:pt x="0" y="0"/>
                </a:moveTo>
                <a:lnTo>
                  <a:pt x="4191000" y="0"/>
                </a:lnTo>
              </a:path>
            </a:pathLst>
          </a:custGeom>
          <a:ln w="28956">
            <a:solidFill>
              <a:srgbClr val="2583C5"/>
            </a:solidFill>
          </a:ln>
        </p:spPr>
        <p:txBody>
          <a:bodyPr wrap="square" lIns="0" tIns="0" rIns="0" bIns="0" rtlCol="0"/>
          <a:lstStyle/>
          <a:p>
            <a:endParaRPr/>
          </a:p>
        </p:txBody>
      </p:sp>
      <p:sp>
        <p:nvSpPr>
          <p:cNvPr id="10" name="Title 9"/>
          <p:cNvSpPr>
            <a:spLocks noGrp="1"/>
          </p:cNvSpPr>
          <p:nvPr>
            <p:ph type="title"/>
          </p:nvPr>
        </p:nvSpPr>
        <p:spPr>
          <a:xfrm>
            <a:off x="701040" y="881533"/>
            <a:ext cx="5860541" cy="553998"/>
          </a:xfrm>
        </p:spPr>
        <p:txBody>
          <a:bodyPr>
            <a:normAutofit fontScale="90000"/>
          </a:bodyPr>
          <a:lstStyle/>
          <a:p>
            <a:r>
              <a:rPr lang="en-US" sz="3600" dirty="0">
                <a:latin typeface="Cambria" panose="02040503050406030204" pitchFamily="18" charset="0"/>
                <a:ea typeface="Cambria" panose="02040503050406030204" pitchFamily="18" charset="0"/>
              </a:rPr>
              <a:t>THANK YOU MESSAGES</a:t>
            </a:r>
          </a:p>
        </p:txBody>
      </p:sp>
      <p:sp>
        <p:nvSpPr>
          <p:cNvPr id="11" name="object 6"/>
          <p:cNvSpPr/>
          <p:nvPr/>
        </p:nvSpPr>
        <p:spPr>
          <a:xfrm>
            <a:off x="460424" y="4634042"/>
            <a:ext cx="216408" cy="20767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2860" y="1135354"/>
            <a:ext cx="7717740" cy="4414670"/>
          </a:xfrm>
          <a:prstGeom prst="rect">
            <a:avLst/>
          </a:prstGeom>
        </p:spPr>
        <p:txBody>
          <a:bodyPr vert="horz" wrap="square" lIns="0" tIns="160655" rIns="0" bIns="0" rtlCol="0">
            <a:spAutoFit/>
          </a:bodyPr>
          <a:lstStyle/>
          <a:p>
            <a:pPr marL="12700">
              <a:lnSpc>
                <a:spcPct val="100000"/>
              </a:lnSpc>
              <a:spcBef>
                <a:spcPts val="1265"/>
              </a:spcBef>
            </a:pPr>
            <a:r>
              <a:rPr sz="2400" spc="-90" dirty="0">
                <a:latin typeface="Cambria" panose="02040503050406030204" pitchFamily="18" charset="0"/>
                <a:ea typeface="Cambria" panose="02040503050406030204" pitchFamily="18" charset="0"/>
                <a:cs typeface="Arial" panose="020B0604020202090204" pitchFamily="34" charset="0"/>
              </a:rPr>
              <a:t>Dear</a:t>
            </a:r>
            <a:r>
              <a:rPr sz="2400" spc="-30" dirty="0">
                <a:latin typeface="Cambria" panose="02040503050406030204" pitchFamily="18" charset="0"/>
                <a:ea typeface="Cambria" panose="02040503050406030204" pitchFamily="18" charset="0"/>
                <a:cs typeface="Arial" panose="020B0604020202090204" pitchFamily="34" charset="0"/>
              </a:rPr>
              <a:t> </a:t>
            </a:r>
            <a:r>
              <a:rPr sz="2400" spc="-140" dirty="0">
                <a:latin typeface="Cambria" panose="02040503050406030204" pitchFamily="18" charset="0"/>
                <a:ea typeface="Cambria" panose="02040503050406030204" pitchFamily="18" charset="0"/>
                <a:cs typeface="Arial" panose="020B0604020202090204" pitchFamily="34" charset="0"/>
              </a:rPr>
              <a:t>Theodore,</a:t>
            </a:r>
            <a:endParaRPr sz="2400" dirty="0">
              <a:latin typeface="Cambria" panose="02040503050406030204" pitchFamily="18" charset="0"/>
              <a:ea typeface="Cambria" panose="02040503050406030204" pitchFamily="18" charset="0"/>
              <a:cs typeface="Arial" panose="020B0604020202090204" pitchFamily="34" charset="0"/>
            </a:endParaRPr>
          </a:p>
          <a:p>
            <a:pPr marL="12700">
              <a:lnSpc>
                <a:spcPct val="100000"/>
              </a:lnSpc>
              <a:spcBef>
                <a:spcPts val="1165"/>
              </a:spcBef>
            </a:pPr>
            <a:r>
              <a:rPr sz="2400" spc="-135" dirty="0">
                <a:latin typeface="Cambria" panose="02040503050406030204" pitchFamily="18" charset="0"/>
                <a:ea typeface="Cambria" panose="02040503050406030204" pitchFamily="18" charset="0"/>
                <a:cs typeface="Arial" panose="020B0604020202090204" pitchFamily="34" charset="0"/>
              </a:rPr>
              <a:t>Subject: </a:t>
            </a:r>
            <a:r>
              <a:rPr sz="2400" u="heavy" spc="-70" dirty="0">
                <a:uFill>
                  <a:solidFill>
                    <a:srgbClr val="000000"/>
                  </a:solidFill>
                </a:uFill>
                <a:latin typeface="Cambria" panose="02040503050406030204" pitchFamily="18" charset="0"/>
                <a:ea typeface="Cambria" panose="02040503050406030204" pitchFamily="18" charset="0"/>
                <a:cs typeface="Arial" panose="020B0604020202090204" pitchFamily="34" charset="0"/>
              </a:rPr>
              <a:t>Appreciation </a:t>
            </a:r>
            <a:r>
              <a:rPr sz="2400" u="heavy" spc="-175" dirty="0">
                <a:uFill>
                  <a:solidFill>
                    <a:srgbClr val="000000"/>
                  </a:solidFill>
                </a:uFill>
                <a:latin typeface="Cambria" panose="02040503050406030204" pitchFamily="18" charset="0"/>
                <a:ea typeface="Cambria" panose="02040503050406030204" pitchFamily="18" charset="0"/>
                <a:cs typeface="Arial" panose="020B0604020202090204" pitchFamily="34" charset="0"/>
              </a:rPr>
              <a:t>on </a:t>
            </a:r>
            <a:r>
              <a:rPr lang="en-US" sz="2400" u="heavy" spc="-100" dirty="0">
                <a:uFill>
                  <a:solidFill>
                    <a:srgbClr val="000000"/>
                  </a:solidFill>
                </a:uFill>
                <a:latin typeface="Cambria" panose="02040503050406030204" pitchFamily="18" charset="0"/>
                <a:ea typeface="Cambria" panose="02040503050406030204" pitchFamily="18" charset="0"/>
                <a:cs typeface="Arial" panose="020B0604020202090204" pitchFamily="34" charset="0"/>
              </a:rPr>
              <a:t>Your Help</a:t>
            </a:r>
            <a:endParaRPr sz="2400" dirty="0">
              <a:latin typeface="Cambria" panose="02040503050406030204" pitchFamily="18" charset="0"/>
              <a:ea typeface="Cambria" panose="02040503050406030204" pitchFamily="18" charset="0"/>
              <a:cs typeface="Arial" panose="020B0604020202090204" pitchFamily="34" charset="0"/>
            </a:endParaRPr>
          </a:p>
          <a:p>
            <a:pPr marL="12700" marR="6350" algn="just">
              <a:lnSpc>
                <a:spcPts val="2160"/>
              </a:lnSpc>
              <a:spcBef>
                <a:spcPts val="1440"/>
              </a:spcBef>
            </a:pPr>
            <a:r>
              <a:rPr sz="2400" spc="-195" dirty="0">
                <a:latin typeface="Cambria" panose="02040503050406030204" pitchFamily="18" charset="0"/>
                <a:ea typeface="Cambria" panose="02040503050406030204" pitchFamily="18" charset="0"/>
                <a:cs typeface="Arial" panose="020B0604020202090204" pitchFamily="34" charset="0"/>
              </a:rPr>
              <a:t>Thank </a:t>
            </a:r>
            <a:r>
              <a:rPr sz="2400" spc="-135" dirty="0">
                <a:latin typeface="Cambria" panose="02040503050406030204" pitchFamily="18" charset="0"/>
                <a:ea typeface="Cambria" panose="02040503050406030204" pitchFamily="18" charset="0"/>
                <a:cs typeface="Arial" panose="020B0604020202090204" pitchFamily="34" charset="0"/>
              </a:rPr>
              <a:t>you </a:t>
            </a:r>
            <a:r>
              <a:rPr sz="2400" spc="-225" dirty="0">
                <a:latin typeface="Cambria" panose="02040503050406030204" pitchFamily="18" charset="0"/>
                <a:ea typeface="Cambria" panose="02040503050406030204" pitchFamily="18" charset="0"/>
                <a:cs typeface="Arial" panose="020B0604020202090204" pitchFamily="34" charset="0"/>
              </a:rPr>
              <a:t>so </a:t>
            </a:r>
            <a:r>
              <a:rPr sz="2400" spc="-235" dirty="0">
                <a:latin typeface="Cambria" panose="02040503050406030204" pitchFamily="18" charset="0"/>
                <a:ea typeface="Cambria" panose="02040503050406030204" pitchFamily="18" charset="0"/>
                <a:cs typeface="Arial" panose="020B0604020202090204" pitchFamily="34" charset="0"/>
              </a:rPr>
              <a:t>much </a:t>
            </a:r>
            <a:r>
              <a:rPr sz="2400" spc="-15" dirty="0">
                <a:latin typeface="Cambria" panose="02040503050406030204" pitchFamily="18" charset="0"/>
                <a:ea typeface="Cambria" panose="02040503050406030204" pitchFamily="18" charset="0"/>
                <a:cs typeface="Arial" panose="020B0604020202090204" pitchFamily="34" charset="0"/>
              </a:rPr>
              <a:t>for </a:t>
            </a:r>
            <a:r>
              <a:rPr sz="2400" spc="-105" dirty="0">
                <a:latin typeface="Cambria" panose="02040503050406030204" pitchFamily="18" charset="0"/>
                <a:ea typeface="Cambria" panose="02040503050406030204" pitchFamily="18" charset="0"/>
                <a:cs typeface="Arial" panose="020B0604020202090204" pitchFamily="34" charset="0"/>
              </a:rPr>
              <a:t>your </a:t>
            </a:r>
            <a:r>
              <a:rPr sz="2400" spc="-170" dirty="0">
                <a:latin typeface="Cambria" panose="02040503050406030204" pitchFamily="18" charset="0"/>
                <a:ea typeface="Cambria" panose="02040503050406030204" pitchFamily="18" charset="0"/>
                <a:cs typeface="Arial" panose="020B0604020202090204" pitchFamily="34" charset="0"/>
              </a:rPr>
              <a:t>assistance </a:t>
            </a:r>
            <a:r>
              <a:rPr sz="2400" spc="-85" dirty="0">
                <a:latin typeface="Cambria" panose="02040503050406030204" pitchFamily="18" charset="0"/>
                <a:ea typeface="Cambria" panose="02040503050406030204" pitchFamily="18" charset="0"/>
                <a:cs typeface="Arial" panose="020B0604020202090204" pitchFamily="34" charset="0"/>
              </a:rPr>
              <a:t>during </a:t>
            </a:r>
            <a:r>
              <a:rPr sz="2400" spc="-120" dirty="0">
                <a:latin typeface="Cambria" panose="02040503050406030204" pitchFamily="18" charset="0"/>
                <a:ea typeface="Cambria" panose="02040503050406030204" pitchFamily="18" charset="0"/>
                <a:cs typeface="Arial" panose="020B0604020202090204" pitchFamily="34" charset="0"/>
              </a:rPr>
              <a:t>our </a:t>
            </a:r>
            <a:r>
              <a:rPr sz="2400" spc="-45" dirty="0">
                <a:latin typeface="Cambria" panose="02040503050406030204" pitchFamily="18" charset="0"/>
                <a:ea typeface="Cambria" panose="02040503050406030204" pitchFamily="18" charset="0"/>
                <a:cs typeface="Arial" panose="020B0604020202090204" pitchFamily="34" charset="0"/>
              </a:rPr>
              <a:t>office </a:t>
            </a:r>
            <a:r>
              <a:rPr sz="2400" spc="-175" dirty="0">
                <a:latin typeface="Cambria" panose="02040503050406030204" pitchFamily="18" charset="0"/>
                <a:ea typeface="Cambria" panose="02040503050406030204" pitchFamily="18" charset="0"/>
                <a:cs typeface="Arial" panose="020B0604020202090204" pitchFamily="34" charset="0"/>
              </a:rPr>
              <a:t>move. </a:t>
            </a:r>
            <a:r>
              <a:rPr lang="en-US" sz="2400" spc="-175" dirty="0">
                <a:latin typeface="Cambria" panose="02040503050406030204" pitchFamily="18" charset="0"/>
                <a:ea typeface="Cambria" panose="02040503050406030204" pitchFamily="18" charset="0"/>
                <a:cs typeface="Arial" panose="020B0604020202090204" pitchFamily="34" charset="0"/>
              </a:rPr>
              <a:t>It helps us a lot as we can reduce the time allocation for that purpose.</a:t>
            </a:r>
          </a:p>
          <a:p>
            <a:pPr marL="12700" marR="6350" algn="just">
              <a:lnSpc>
                <a:spcPts val="2160"/>
              </a:lnSpc>
              <a:spcBef>
                <a:spcPts val="1440"/>
              </a:spcBef>
            </a:pPr>
            <a:r>
              <a:rPr sz="2400" spc="-250" dirty="0">
                <a:latin typeface="Cambria" panose="02040503050406030204" pitchFamily="18" charset="0"/>
                <a:ea typeface="Cambria" panose="02040503050406030204" pitchFamily="18" charset="0"/>
                <a:cs typeface="Arial" panose="020B0604020202090204" pitchFamily="34" charset="0"/>
              </a:rPr>
              <a:t>You </a:t>
            </a:r>
            <a:r>
              <a:rPr sz="2400" spc="-90" dirty="0">
                <a:latin typeface="Cambria" panose="02040503050406030204" pitchFamily="18" charset="0"/>
                <a:ea typeface="Cambria" panose="02040503050406030204" pitchFamily="18" charset="0"/>
                <a:cs typeface="Arial" panose="020B0604020202090204" pitchFamily="34" charset="0"/>
              </a:rPr>
              <a:t>and  </a:t>
            </a:r>
            <a:r>
              <a:rPr sz="2400" spc="-105" dirty="0">
                <a:latin typeface="Cambria" panose="02040503050406030204" pitchFamily="18" charset="0"/>
                <a:ea typeface="Cambria" panose="02040503050406030204" pitchFamily="18" charset="0"/>
                <a:cs typeface="Arial" panose="020B0604020202090204" pitchFamily="34" charset="0"/>
              </a:rPr>
              <a:t>your </a:t>
            </a:r>
            <a:r>
              <a:rPr sz="2400" spc="-35" dirty="0">
                <a:latin typeface="Cambria" panose="02040503050406030204" pitchFamily="18" charset="0"/>
                <a:ea typeface="Cambria" panose="02040503050406030204" pitchFamily="18" charset="0"/>
                <a:cs typeface="Arial" panose="020B0604020202090204" pitchFamily="34" charset="0"/>
              </a:rPr>
              <a:t>staff </a:t>
            </a:r>
            <a:r>
              <a:rPr sz="2400" spc="-30" dirty="0">
                <a:latin typeface="Cambria" panose="02040503050406030204" pitchFamily="18" charset="0"/>
                <a:ea typeface="Cambria" panose="02040503050406030204" pitchFamily="18" charset="0"/>
                <a:cs typeface="Arial" panose="020B0604020202090204" pitchFamily="34" charset="0"/>
              </a:rPr>
              <a:t>really </a:t>
            </a:r>
            <a:r>
              <a:rPr sz="2400" spc="-175" dirty="0">
                <a:latin typeface="Cambria" panose="02040503050406030204" pitchFamily="18" charset="0"/>
                <a:ea typeface="Cambria" panose="02040503050406030204" pitchFamily="18" charset="0"/>
                <a:cs typeface="Arial" panose="020B0604020202090204" pitchFamily="34" charset="0"/>
              </a:rPr>
              <a:t>came </a:t>
            </a:r>
            <a:r>
              <a:rPr sz="2400" spc="-130" dirty="0">
                <a:latin typeface="Cambria" panose="02040503050406030204" pitchFamily="18" charset="0"/>
                <a:ea typeface="Cambria" panose="02040503050406030204" pitchFamily="18" charset="0"/>
                <a:cs typeface="Arial" panose="020B0604020202090204" pitchFamily="34" charset="0"/>
              </a:rPr>
              <a:t>through, </a:t>
            </a:r>
            <a:r>
              <a:rPr sz="2400" spc="-80" dirty="0">
                <a:latin typeface="Cambria" panose="02040503050406030204" pitchFamily="18" charset="0"/>
                <a:ea typeface="Cambria" panose="02040503050406030204" pitchFamily="18" charset="0"/>
                <a:cs typeface="Arial" panose="020B0604020202090204" pitchFamily="34" charset="0"/>
              </a:rPr>
              <a:t>proving </a:t>
            </a:r>
            <a:r>
              <a:rPr sz="2400" spc="-95" dirty="0">
                <a:latin typeface="Cambria" panose="02040503050406030204" pitchFamily="18" charset="0"/>
                <a:ea typeface="Cambria" panose="02040503050406030204" pitchFamily="18" charset="0"/>
                <a:cs typeface="Arial" panose="020B0604020202090204" pitchFamily="34" charset="0"/>
              </a:rPr>
              <a:t>what </a:t>
            </a:r>
            <a:r>
              <a:rPr sz="2400" spc="-10" dirty="0">
                <a:latin typeface="Cambria" panose="02040503050406030204" pitchFamily="18" charset="0"/>
                <a:ea typeface="Cambria" panose="02040503050406030204" pitchFamily="18" charset="0"/>
                <a:cs typeface="Arial" panose="020B0604020202090204" pitchFamily="34" charset="0"/>
              </a:rPr>
              <a:t>it </a:t>
            </a:r>
            <a:r>
              <a:rPr sz="2400" spc="-210" dirty="0">
                <a:latin typeface="Cambria" panose="02040503050406030204" pitchFamily="18" charset="0"/>
                <a:ea typeface="Cambria" panose="02040503050406030204" pitchFamily="18" charset="0"/>
                <a:cs typeface="Arial" panose="020B0604020202090204" pitchFamily="34" charset="0"/>
              </a:rPr>
              <a:t>means </a:t>
            </a:r>
            <a:r>
              <a:rPr sz="2400" spc="-65" dirty="0">
                <a:latin typeface="Cambria" panose="02040503050406030204" pitchFamily="18" charset="0"/>
                <a:ea typeface="Cambria" panose="02040503050406030204" pitchFamily="18" charset="0"/>
                <a:cs typeface="Arial" panose="020B0604020202090204" pitchFamily="34" charset="0"/>
              </a:rPr>
              <a:t>to </a:t>
            </a:r>
            <a:r>
              <a:rPr sz="2400" spc="-70" dirty="0">
                <a:latin typeface="Cambria" panose="02040503050406030204" pitchFamily="18" charset="0"/>
                <a:ea typeface="Cambria" panose="02040503050406030204" pitchFamily="18" charset="0"/>
                <a:cs typeface="Arial" panose="020B0604020202090204" pitchFamily="34" charset="0"/>
              </a:rPr>
              <a:t>be </a:t>
            </a:r>
            <a:r>
              <a:rPr sz="2400" spc="-10" dirty="0">
                <a:latin typeface="Cambria" panose="02040503050406030204" pitchFamily="18" charset="0"/>
                <a:ea typeface="Cambria" panose="02040503050406030204" pitchFamily="18" charset="0"/>
                <a:cs typeface="Arial" panose="020B0604020202090204" pitchFamily="34" charset="0"/>
              </a:rPr>
              <a:t>a </a:t>
            </a:r>
            <a:r>
              <a:rPr sz="2400" spc="-95" dirty="0">
                <a:latin typeface="Cambria" panose="02040503050406030204" pitchFamily="18" charset="0"/>
                <a:ea typeface="Cambria" panose="02040503050406030204" pitchFamily="18" charset="0"/>
                <a:cs typeface="Arial" panose="020B0604020202090204" pitchFamily="34" charset="0"/>
              </a:rPr>
              <a:t>"team  </a:t>
            </a:r>
            <a:r>
              <a:rPr sz="2400" spc="-60" dirty="0">
                <a:latin typeface="Cambria" panose="02040503050406030204" pitchFamily="18" charset="0"/>
                <a:ea typeface="Cambria" panose="02040503050406030204" pitchFamily="18" charset="0"/>
                <a:cs typeface="Arial" panose="020B0604020202090204" pitchFamily="34" charset="0"/>
              </a:rPr>
              <a:t>player." </a:t>
            </a:r>
            <a:r>
              <a:rPr sz="2400" spc="-235" dirty="0">
                <a:latin typeface="Cambria" panose="02040503050406030204" pitchFamily="18" charset="0"/>
                <a:ea typeface="Cambria" panose="02040503050406030204" pitchFamily="18" charset="0"/>
                <a:cs typeface="Arial" panose="020B0604020202090204" pitchFamily="34" charset="0"/>
              </a:rPr>
              <a:t>The </a:t>
            </a:r>
            <a:r>
              <a:rPr sz="2400" spc="-45" dirty="0">
                <a:latin typeface="Cambria" panose="02040503050406030204" pitchFamily="18" charset="0"/>
                <a:ea typeface="Cambria" panose="02040503050406030204" pitchFamily="18" charset="0"/>
                <a:cs typeface="Arial" panose="020B0604020202090204" pitchFamily="34" charset="0"/>
              </a:rPr>
              <a:t>extra </a:t>
            </a:r>
            <a:r>
              <a:rPr sz="2400" spc="-5" dirty="0">
                <a:latin typeface="Cambria" panose="02040503050406030204" pitchFamily="18" charset="0"/>
                <a:ea typeface="Cambria" panose="02040503050406030204" pitchFamily="18" charset="0"/>
                <a:cs typeface="Arial" panose="020B0604020202090204" pitchFamily="34" charset="0"/>
              </a:rPr>
              <a:t>effort </a:t>
            </a:r>
            <a:r>
              <a:rPr sz="2400" spc="-135" dirty="0">
                <a:latin typeface="Cambria" panose="02040503050406030204" pitchFamily="18" charset="0"/>
                <a:ea typeface="Cambria" panose="02040503050406030204" pitchFamily="18" charset="0"/>
                <a:cs typeface="Arial" panose="020B0604020202090204" pitchFamily="34" charset="0"/>
              </a:rPr>
              <a:t>you </a:t>
            </a:r>
            <a:r>
              <a:rPr sz="2400" spc="-5" dirty="0">
                <a:latin typeface="Cambria" panose="02040503050406030204" pitchFamily="18" charset="0"/>
                <a:ea typeface="Cambria" panose="02040503050406030204" pitchFamily="18" charset="0"/>
                <a:cs typeface="Arial" panose="020B0604020202090204" pitchFamily="34" charset="0"/>
              </a:rPr>
              <a:t>all </a:t>
            </a:r>
            <a:r>
              <a:rPr sz="2400" spc="-90" dirty="0">
                <a:latin typeface="Cambria" panose="02040503050406030204" pitchFamily="18" charset="0"/>
                <a:ea typeface="Cambria" panose="02040503050406030204" pitchFamily="18" charset="0"/>
                <a:cs typeface="Arial" panose="020B0604020202090204" pitchFamily="34" charset="0"/>
              </a:rPr>
              <a:t>put </a:t>
            </a:r>
            <a:r>
              <a:rPr sz="2400" spc="-120" dirty="0">
                <a:latin typeface="Cambria" panose="02040503050406030204" pitchFamily="18" charset="0"/>
                <a:ea typeface="Cambria" panose="02040503050406030204" pitchFamily="18" charset="0"/>
                <a:cs typeface="Arial" panose="020B0604020202090204" pitchFamily="34" charset="0"/>
              </a:rPr>
              <a:t>in </a:t>
            </a:r>
            <a:r>
              <a:rPr lang="en-US" sz="2400" spc="-180" dirty="0">
                <a:latin typeface="Cambria" panose="02040503050406030204" pitchFamily="18" charset="0"/>
                <a:ea typeface="Cambria" panose="02040503050406030204" pitchFamily="18" charset="0"/>
                <a:cs typeface="Arial" panose="020B0604020202090204" pitchFamily="34" charset="0"/>
              </a:rPr>
              <a:t>is</a:t>
            </a:r>
            <a:r>
              <a:rPr sz="2400" spc="-180" dirty="0">
                <a:latin typeface="Cambria" panose="02040503050406030204" pitchFamily="18" charset="0"/>
                <a:ea typeface="Cambria" panose="02040503050406030204" pitchFamily="18" charset="0"/>
                <a:cs typeface="Arial" panose="020B0604020202090204" pitchFamily="34" charset="0"/>
              </a:rPr>
              <a:t> </a:t>
            </a:r>
            <a:r>
              <a:rPr lang="en-US" sz="2400" spc="-20" dirty="0">
                <a:latin typeface="Cambria" panose="02040503050406030204" pitchFamily="18" charset="0"/>
                <a:ea typeface="Cambria" panose="02040503050406030204" pitchFamily="18" charset="0"/>
                <a:cs typeface="Arial" panose="020B0604020202090204" pitchFamily="34" charset="0"/>
              </a:rPr>
              <a:t>highly</a:t>
            </a:r>
            <a:r>
              <a:rPr sz="2400" spc="-60" dirty="0">
                <a:latin typeface="Cambria" panose="02040503050406030204" pitchFamily="18" charset="0"/>
                <a:ea typeface="Cambria" panose="02040503050406030204" pitchFamily="18" charset="0"/>
                <a:cs typeface="Arial" panose="020B0604020202090204" pitchFamily="34" charset="0"/>
              </a:rPr>
              <a:t> </a:t>
            </a:r>
            <a:r>
              <a:rPr sz="2400" spc="-55" dirty="0">
                <a:latin typeface="Cambria" panose="02040503050406030204" pitchFamily="18" charset="0"/>
                <a:ea typeface="Cambria" panose="02040503050406030204" pitchFamily="18" charset="0"/>
                <a:cs typeface="Arial" panose="020B0604020202090204" pitchFamily="34" charset="0"/>
              </a:rPr>
              <a:t>appreciated.</a:t>
            </a:r>
            <a:r>
              <a:rPr lang="en-US" sz="2400" dirty="0">
                <a:latin typeface="Cambria" panose="02040503050406030204" pitchFamily="18" charset="0"/>
                <a:ea typeface="Cambria" panose="02040503050406030204" pitchFamily="18" charset="0"/>
                <a:cs typeface="Arial" panose="020B0604020202090204" pitchFamily="34" charset="0"/>
              </a:rPr>
              <a:t> </a:t>
            </a:r>
            <a:r>
              <a:rPr sz="2400" spc="-75" dirty="0">
                <a:latin typeface="Cambria" panose="02040503050406030204" pitchFamily="18" charset="0"/>
                <a:ea typeface="Cambria" panose="02040503050406030204" pitchFamily="18" charset="0"/>
                <a:cs typeface="Arial" panose="020B0604020202090204" pitchFamily="34" charset="0"/>
              </a:rPr>
              <a:t>Next </a:t>
            </a:r>
            <a:r>
              <a:rPr sz="2400" spc="-125" dirty="0">
                <a:latin typeface="Cambria" panose="02040503050406030204" pitchFamily="18" charset="0"/>
                <a:ea typeface="Cambria" panose="02040503050406030204" pitchFamily="18" charset="0"/>
                <a:cs typeface="Arial" panose="020B0604020202090204" pitchFamily="34" charset="0"/>
              </a:rPr>
              <a:t>week, </a:t>
            </a:r>
            <a:r>
              <a:rPr sz="2400" spc="-105" dirty="0">
                <a:latin typeface="Cambria" panose="02040503050406030204" pitchFamily="18" charset="0"/>
                <a:ea typeface="Cambria" panose="02040503050406030204" pitchFamily="18" charset="0"/>
                <a:cs typeface="Arial" panose="020B0604020202090204" pitchFamily="34" charset="0"/>
              </a:rPr>
              <a:t>please </a:t>
            </a:r>
            <a:r>
              <a:rPr sz="2400" spc="-70" dirty="0">
                <a:latin typeface="Cambria" panose="02040503050406030204" pitchFamily="18" charset="0"/>
                <a:ea typeface="Cambria" panose="02040503050406030204" pitchFamily="18" charset="0"/>
                <a:cs typeface="Arial" panose="020B0604020202090204" pitchFamily="34" charset="0"/>
              </a:rPr>
              <a:t>plan </a:t>
            </a:r>
            <a:r>
              <a:rPr sz="2400" spc="-10" dirty="0">
                <a:latin typeface="Cambria" panose="02040503050406030204" pitchFamily="18" charset="0"/>
                <a:ea typeface="Cambria" panose="02040503050406030204" pitchFamily="18" charset="0"/>
                <a:cs typeface="Arial" panose="020B0604020202090204" pitchFamily="34" charset="0"/>
              </a:rPr>
              <a:t>a </a:t>
            </a:r>
            <a:r>
              <a:rPr sz="2400" spc="-25" dirty="0">
                <a:latin typeface="Cambria" panose="02040503050406030204" pitchFamily="18" charset="0"/>
                <a:ea typeface="Cambria" panose="02040503050406030204" pitchFamily="18" charset="0"/>
                <a:cs typeface="Arial" panose="020B0604020202090204" pitchFamily="34" charset="0"/>
              </a:rPr>
              <a:t>day </a:t>
            </a:r>
            <a:r>
              <a:rPr sz="2400" spc="-75" dirty="0">
                <a:latin typeface="Cambria" panose="02040503050406030204" pitchFamily="18" charset="0"/>
                <a:ea typeface="Cambria" panose="02040503050406030204" pitchFamily="18" charset="0"/>
                <a:cs typeface="Arial" panose="020B0604020202090204" pitchFamily="34" charset="0"/>
              </a:rPr>
              <a:t>to </a:t>
            </a:r>
            <a:r>
              <a:rPr sz="2400" spc="-85" dirty="0">
                <a:latin typeface="Cambria" panose="02040503050406030204" pitchFamily="18" charset="0"/>
                <a:ea typeface="Cambria" panose="02040503050406030204" pitchFamily="18" charset="0"/>
                <a:cs typeface="Arial" panose="020B0604020202090204" pitchFamily="34" charset="0"/>
              </a:rPr>
              <a:t>take </a:t>
            </a:r>
            <a:r>
              <a:rPr sz="2400" spc="-105" dirty="0">
                <a:latin typeface="Cambria" panose="02040503050406030204" pitchFamily="18" charset="0"/>
                <a:ea typeface="Cambria" panose="02040503050406030204" pitchFamily="18" charset="0"/>
                <a:cs typeface="Arial" panose="020B0604020202090204" pitchFamily="34" charset="0"/>
              </a:rPr>
              <a:t>your </a:t>
            </a:r>
            <a:r>
              <a:rPr sz="2400" spc="-85" dirty="0">
                <a:latin typeface="Cambria" panose="02040503050406030204" pitchFamily="18" charset="0"/>
                <a:ea typeface="Cambria" panose="02040503050406030204" pitchFamily="18" charset="0"/>
                <a:cs typeface="Arial" panose="020B0604020202090204" pitchFamily="34" charset="0"/>
              </a:rPr>
              <a:t>department </a:t>
            </a:r>
            <a:r>
              <a:rPr sz="2400" spc="-65" dirty="0">
                <a:latin typeface="Cambria" panose="02040503050406030204" pitchFamily="18" charset="0"/>
                <a:ea typeface="Cambria" panose="02040503050406030204" pitchFamily="18" charset="0"/>
                <a:cs typeface="Arial" panose="020B0604020202090204" pitchFamily="34" charset="0"/>
              </a:rPr>
              <a:t>to </a:t>
            </a:r>
            <a:r>
              <a:rPr sz="2400" spc="-180" dirty="0">
                <a:latin typeface="Cambria" panose="02040503050406030204" pitchFamily="18" charset="0"/>
                <a:ea typeface="Cambria" panose="02040503050406030204" pitchFamily="18" charset="0"/>
                <a:cs typeface="Arial" panose="020B0604020202090204" pitchFamily="34" charset="0"/>
              </a:rPr>
              <a:t>lunch </a:t>
            </a:r>
            <a:r>
              <a:rPr sz="2400" spc="-15" dirty="0">
                <a:latin typeface="Cambria" panose="02040503050406030204" pitchFamily="18" charset="0"/>
                <a:ea typeface="Cambria" panose="02040503050406030204" pitchFamily="18" charset="0"/>
                <a:cs typeface="Arial" panose="020B0604020202090204" pitchFamily="34" charset="0"/>
              </a:rPr>
              <a:t>at </a:t>
            </a:r>
            <a:r>
              <a:rPr sz="2400" spc="525" dirty="0">
                <a:latin typeface="Cambria" panose="02040503050406030204" pitchFamily="18" charset="0"/>
                <a:ea typeface="Cambria" panose="02040503050406030204" pitchFamily="18" charset="0"/>
                <a:cs typeface="Arial" panose="020B0604020202090204" pitchFamily="34" charset="0"/>
              </a:rPr>
              <a:t> </a:t>
            </a:r>
            <a:r>
              <a:rPr sz="2400" spc="-105" dirty="0">
                <a:latin typeface="Cambria" panose="02040503050406030204" pitchFamily="18" charset="0"/>
                <a:ea typeface="Cambria" panose="02040503050406030204" pitchFamily="18" charset="0"/>
                <a:cs typeface="Arial" panose="020B0604020202090204" pitchFamily="34" charset="0"/>
              </a:rPr>
              <a:t>Hilton Hotel, </a:t>
            </a:r>
            <a:r>
              <a:rPr sz="2400" spc="-180" dirty="0">
                <a:latin typeface="Cambria" panose="02040503050406030204" pitchFamily="18" charset="0"/>
                <a:ea typeface="Cambria" panose="02040503050406030204" pitchFamily="18" charset="0"/>
                <a:cs typeface="Arial" panose="020B0604020202090204" pitchFamily="34" charset="0"/>
              </a:rPr>
              <a:t>on </a:t>
            </a:r>
            <a:r>
              <a:rPr sz="2400" spc="-120" dirty="0">
                <a:latin typeface="Cambria" panose="02040503050406030204" pitchFamily="18" charset="0"/>
                <a:ea typeface="Cambria" panose="02040503050406030204" pitchFamily="18" charset="0"/>
                <a:cs typeface="Arial" panose="020B0604020202090204" pitchFamily="34" charset="0"/>
              </a:rPr>
              <a:t>the </a:t>
            </a:r>
            <a:r>
              <a:rPr sz="2400" spc="-145" dirty="0">
                <a:latin typeface="Cambria" panose="02040503050406030204" pitchFamily="18" charset="0"/>
                <a:ea typeface="Cambria" panose="02040503050406030204" pitchFamily="18" charset="0"/>
                <a:cs typeface="Arial" panose="020B0604020202090204" pitchFamily="34" charset="0"/>
              </a:rPr>
              <a:t>company </a:t>
            </a:r>
            <a:r>
              <a:rPr sz="2400" spc="-150" dirty="0">
                <a:latin typeface="Cambria" panose="02040503050406030204" pitchFamily="18" charset="0"/>
                <a:ea typeface="Cambria" panose="02040503050406030204" pitchFamily="18" charset="0"/>
                <a:cs typeface="Arial" panose="020B0604020202090204" pitchFamily="34" charset="0"/>
              </a:rPr>
              <a:t>account, </a:t>
            </a:r>
            <a:r>
              <a:rPr sz="2400" spc="-75" dirty="0">
                <a:latin typeface="Cambria" panose="02040503050406030204" pitchFamily="18" charset="0"/>
                <a:ea typeface="Cambria" panose="02040503050406030204" pitchFamily="18" charset="0"/>
                <a:cs typeface="Arial" panose="020B0604020202090204" pitchFamily="34" charset="0"/>
              </a:rPr>
              <a:t>to </a:t>
            </a:r>
            <a:r>
              <a:rPr sz="2400" spc="-130" dirty="0">
                <a:latin typeface="Cambria" panose="02040503050406030204" pitchFamily="18" charset="0"/>
                <a:ea typeface="Cambria" panose="02040503050406030204" pitchFamily="18" charset="0"/>
                <a:cs typeface="Arial" panose="020B0604020202090204" pitchFamily="34" charset="0"/>
              </a:rPr>
              <a:t>thank </a:t>
            </a:r>
            <a:r>
              <a:rPr sz="2400" spc="-120" dirty="0">
                <a:latin typeface="Cambria" panose="02040503050406030204" pitchFamily="18" charset="0"/>
                <a:ea typeface="Cambria" panose="02040503050406030204" pitchFamily="18" charset="0"/>
                <a:cs typeface="Arial" panose="020B0604020202090204" pitchFamily="34" charset="0"/>
              </a:rPr>
              <a:t>everyone </a:t>
            </a:r>
            <a:r>
              <a:rPr sz="2400" spc="-20" dirty="0">
                <a:latin typeface="Cambria" panose="02040503050406030204" pitchFamily="18" charset="0"/>
                <a:ea typeface="Cambria" panose="02040503050406030204" pitchFamily="18" charset="0"/>
                <a:cs typeface="Arial" panose="020B0604020202090204" pitchFamily="34" charset="0"/>
              </a:rPr>
              <a:t>for </a:t>
            </a:r>
            <a:r>
              <a:rPr sz="2400" spc="-15" dirty="0">
                <a:latin typeface="Cambria" panose="02040503050406030204" pitchFamily="18" charset="0"/>
                <a:ea typeface="Cambria" panose="02040503050406030204" pitchFamily="18" charset="0"/>
                <a:cs typeface="Arial" panose="020B0604020202090204" pitchFamily="34" charset="0"/>
              </a:rPr>
              <a:t>all </a:t>
            </a:r>
            <a:r>
              <a:rPr sz="2400" spc="-85" dirty="0">
                <a:latin typeface="Cambria" panose="02040503050406030204" pitchFamily="18" charset="0"/>
                <a:ea typeface="Cambria" panose="02040503050406030204" pitchFamily="18" charset="0"/>
                <a:cs typeface="Arial" panose="020B0604020202090204" pitchFamily="34" charset="0"/>
              </a:rPr>
              <a:t>their  </a:t>
            </a:r>
            <a:r>
              <a:rPr sz="2400" spc="-65" dirty="0">
                <a:latin typeface="Cambria" panose="02040503050406030204" pitchFamily="18" charset="0"/>
                <a:ea typeface="Cambria" panose="02040503050406030204" pitchFamily="18" charset="0"/>
                <a:cs typeface="Arial" panose="020B0604020202090204" pitchFamily="34" charset="0"/>
              </a:rPr>
              <a:t>hard</a:t>
            </a:r>
            <a:r>
              <a:rPr sz="2400" spc="-35" dirty="0">
                <a:latin typeface="Cambria" panose="02040503050406030204" pitchFamily="18" charset="0"/>
                <a:ea typeface="Cambria" panose="02040503050406030204" pitchFamily="18" charset="0"/>
                <a:cs typeface="Arial" panose="020B0604020202090204" pitchFamily="34" charset="0"/>
              </a:rPr>
              <a:t> </a:t>
            </a:r>
            <a:r>
              <a:rPr sz="2400" spc="-95" dirty="0">
                <a:latin typeface="Cambria" panose="02040503050406030204" pitchFamily="18" charset="0"/>
                <a:ea typeface="Cambria" panose="02040503050406030204" pitchFamily="18" charset="0"/>
                <a:cs typeface="Arial" panose="020B0604020202090204" pitchFamily="34" charset="0"/>
              </a:rPr>
              <a:t>work.</a:t>
            </a:r>
            <a:endParaRPr sz="2400" dirty="0">
              <a:latin typeface="Cambria" panose="02040503050406030204" pitchFamily="18" charset="0"/>
              <a:ea typeface="Cambria" panose="02040503050406030204" pitchFamily="18" charset="0"/>
              <a:cs typeface="Arial" panose="020B0604020202090204" pitchFamily="34" charset="0"/>
            </a:endParaRPr>
          </a:p>
          <a:p>
            <a:pPr marL="12700" marR="6985" algn="just">
              <a:lnSpc>
                <a:spcPts val="2160"/>
              </a:lnSpc>
              <a:spcBef>
                <a:spcPts val="1410"/>
              </a:spcBef>
            </a:pPr>
            <a:r>
              <a:rPr sz="2400" spc="-120" dirty="0">
                <a:latin typeface="Cambria" panose="02040503050406030204" pitchFamily="18" charset="0"/>
                <a:ea typeface="Cambria" panose="02040503050406030204" pitchFamily="18" charset="0"/>
                <a:cs typeface="Arial" panose="020B0604020202090204" pitchFamily="34" charset="0"/>
              </a:rPr>
              <a:t>I </a:t>
            </a:r>
            <a:r>
              <a:rPr sz="2400" spc="-25" dirty="0">
                <a:latin typeface="Cambria" panose="02040503050406030204" pitchFamily="18" charset="0"/>
                <a:ea typeface="Cambria" panose="02040503050406030204" pitchFamily="18" charset="0"/>
                <a:cs typeface="Arial" panose="020B0604020202090204" pitchFamily="34" charset="0"/>
              </a:rPr>
              <a:t>really </a:t>
            </a:r>
            <a:r>
              <a:rPr sz="2400" spc="-55" dirty="0">
                <a:latin typeface="Cambria" panose="02040503050406030204" pitchFamily="18" charset="0"/>
                <a:ea typeface="Cambria" panose="02040503050406030204" pitchFamily="18" charset="0"/>
                <a:cs typeface="Arial" panose="020B0604020202090204" pitchFamily="34" charset="0"/>
              </a:rPr>
              <a:t>appreciate </a:t>
            </a:r>
            <a:r>
              <a:rPr lang="en-US" sz="2400" spc="-95" dirty="0">
                <a:latin typeface="Cambria" panose="02040503050406030204" pitchFamily="18" charset="0"/>
                <a:ea typeface="Cambria" panose="02040503050406030204" pitchFamily="18" charset="0"/>
                <a:cs typeface="Arial" panose="020B0604020202090204" pitchFamily="34" charset="0"/>
              </a:rPr>
              <a:t>all commitment and contributions </a:t>
            </a:r>
            <a:r>
              <a:rPr sz="2400" spc="-75" dirty="0">
                <a:latin typeface="Cambria" panose="02040503050406030204" pitchFamily="18" charset="0"/>
                <a:ea typeface="Cambria" panose="02040503050406030204" pitchFamily="18" charset="0"/>
                <a:cs typeface="Arial" panose="020B0604020202090204" pitchFamily="34" charset="0"/>
              </a:rPr>
              <a:t>to </a:t>
            </a:r>
            <a:r>
              <a:rPr sz="2400" spc="-95" dirty="0">
                <a:latin typeface="Cambria" panose="02040503050406030204" pitchFamily="18" charset="0"/>
                <a:ea typeface="Cambria" panose="02040503050406030204" pitchFamily="18" charset="0"/>
                <a:cs typeface="Arial" panose="020B0604020202090204" pitchFamily="34" charset="0"/>
              </a:rPr>
              <a:t>help </a:t>
            </a:r>
            <a:r>
              <a:rPr sz="2400" spc="-125" dirty="0">
                <a:latin typeface="Cambria" panose="02040503050406030204" pitchFamily="18" charset="0"/>
                <a:ea typeface="Cambria" panose="02040503050406030204" pitchFamily="18" charset="0"/>
                <a:cs typeface="Arial" panose="020B0604020202090204" pitchFamily="34" charset="0"/>
              </a:rPr>
              <a:t>the </a:t>
            </a:r>
            <a:r>
              <a:rPr sz="2400" spc="-145" dirty="0">
                <a:latin typeface="Cambria" panose="02040503050406030204" pitchFamily="18" charset="0"/>
                <a:ea typeface="Cambria" panose="02040503050406030204" pitchFamily="18" charset="0"/>
                <a:cs typeface="Arial" panose="020B0604020202090204" pitchFamily="34" charset="0"/>
              </a:rPr>
              <a:t>company </a:t>
            </a:r>
            <a:r>
              <a:rPr lang="en-US" sz="2400" spc="-145" dirty="0">
                <a:latin typeface="Cambria" panose="02040503050406030204" pitchFamily="18" charset="0"/>
                <a:ea typeface="Cambria" panose="02040503050406030204" pitchFamily="18" charset="0"/>
                <a:cs typeface="Arial" panose="020B0604020202090204" pitchFamily="34" charset="0"/>
              </a:rPr>
              <a:t>to</a:t>
            </a:r>
            <a:r>
              <a:rPr sz="2400" spc="-145" dirty="0">
                <a:latin typeface="Cambria" panose="02040503050406030204" pitchFamily="18" charset="0"/>
                <a:ea typeface="Cambria" panose="02040503050406030204" pitchFamily="18" charset="0"/>
                <a:cs typeface="Arial" panose="020B0604020202090204" pitchFamily="34" charset="0"/>
              </a:rPr>
              <a:t> </a:t>
            </a:r>
            <a:r>
              <a:rPr sz="2400" spc="-175" dirty="0">
                <a:latin typeface="Cambria" panose="02040503050406030204" pitchFamily="18" charset="0"/>
                <a:ea typeface="Cambria" panose="02040503050406030204" pitchFamily="18" charset="0"/>
                <a:cs typeface="Arial" panose="020B0604020202090204" pitchFamily="34" charset="0"/>
              </a:rPr>
              <a:t>succeed.</a:t>
            </a:r>
            <a:r>
              <a:rPr lang="en-US" sz="2400" spc="-175" dirty="0">
                <a:latin typeface="Cambria" panose="02040503050406030204" pitchFamily="18" charset="0"/>
                <a:ea typeface="Cambria" panose="02040503050406030204" pitchFamily="18" charset="0"/>
                <a:cs typeface="Arial" panose="020B0604020202090204" pitchFamily="34" charset="0"/>
              </a:rPr>
              <a:t> Contact me if you need any help regarding your department.</a:t>
            </a:r>
            <a:endParaRPr sz="2400" dirty="0">
              <a:latin typeface="Cambria" panose="02040503050406030204" pitchFamily="18" charset="0"/>
              <a:ea typeface="Cambria" panose="02040503050406030204" pitchFamily="18" charset="0"/>
              <a:cs typeface="Arial" panose="020B0604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88936" y="2671480"/>
            <a:ext cx="8455064" cy="2867452"/>
          </a:xfrm>
          <a:prstGeom prst="rect">
            <a:avLst/>
          </a:prstGeom>
        </p:spPr>
        <p:txBody>
          <a:bodyPr vert="horz" wrap="square" lIns="0" tIns="236220" rIns="0" bIns="0" rtlCol="0">
            <a:spAutoFit/>
          </a:bodyPr>
          <a:lstStyle/>
          <a:p>
            <a:pPr marL="12700">
              <a:lnSpc>
                <a:spcPct val="100000"/>
              </a:lnSpc>
              <a:spcBef>
                <a:spcPts val="1860"/>
              </a:spcBef>
            </a:pPr>
            <a:r>
              <a:rPr lang="en-US" sz="2500" spc="-5" dirty="0">
                <a:latin typeface="Cambria" panose="02040503050406030204" pitchFamily="18" charset="0"/>
                <a:ea typeface="Cambria" panose="02040503050406030204" pitchFamily="18" charset="0"/>
                <a:cs typeface="Arial" panose="020B0604020202090204"/>
              </a:rPr>
              <a:t>Purpose – to express sympathy</a:t>
            </a:r>
          </a:p>
          <a:p>
            <a:pPr marL="12700">
              <a:lnSpc>
                <a:spcPct val="100000"/>
              </a:lnSpc>
              <a:spcBef>
                <a:spcPts val="1860"/>
              </a:spcBef>
            </a:pPr>
            <a:r>
              <a:rPr lang="en-US" sz="2500" spc="-5" dirty="0">
                <a:latin typeface="Cambria" panose="02040503050406030204" pitchFamily="18" charset="0"/>
                <a:ea typeface="Cambria" panose="02040503050406030204" pitchFamily="18" charset="0"/>
                <a:cs typeface="Arial" panose="020B0604020202090204"/>
              </a:rPr>
              <a:t>(Introduction) </a:t>
            </a:r>
            <a:r>
              <a:rPr sz="2500" spc="-5" dirty="0">
                <a:latin typeface="Cambria" panose="02040503050406030204" pitchFamily="18" charset="0"/>
                <a:ea typeface="Cambria" panose="02040503050406030204" pitchFamily="18" charset="0"/>
                <a:cs typeface="Arial" panose="020B0604020202090204"/>
              </a:rPr>
              <a:t>Begin the</a:t>
            </a:r>
            <a:r>
              <a:rPr lang="en-US" sz="2500" spc="-5" dirty="0">
                <a:latin typeface="Cambria" panose="02040503050406030204" pitchFamily="18" charset="0"/>
                <a:ea typeface="Cambria" panose="02040503050406030204" pitchFamily="18" charset="0"/>
                <a:cs typeface="Arial" panose="020B0604020202090204"/>
              </a:rPr>
              <a:t> letter with the main idea</a:t>
            </a:r>
            <a:r>
              <a:rPr sz="2500" spc="-5" dirty="0">
                <a:latin typeface="Cambria" panose="02040503050406030204" pitchFamily="18" charset="0"/>
                <a:ea typeface="Cambria" panose="02040503050406030204" pitchFamily="18" charset="0"/>
                <a:cs typeface="Arial" panose="020B0604020202090204"/>
              </a:rPr>
              <a:t> </a:t>
            </a:r>
            <a:r>
              <a:rPr lang="en-US" sz="2500" spc="-5" dirty="0">
                <a:latin typeface="Cambria" panose="02040503050406030204" pitchFamily="18" charset="0"/>
                <a:ea typeface="Cambria" panose="02040503050406030204" pitchFamily="18" charset="0"/>
                <a:cs typeface="Arial" panose="020B0604020202090204"/>
              </a:rPr>
              <a:t>(express sympathy for..)</a:t>
            </a:r>
            <a:endParaRPr sz="2500" dirty="0">
              <a:latin typeface="Cambria" panose="02040503050406030204" pitchFamily="18" charset="0"/>
              <a:ea typeface="Cambria" panose="02040503050406030204" pitchFamily="18" charset="0"/>
              <a:cs typeface="Arial" panose="020B0604020202090204"/>
            </a:endParaRPr>
          </a:p>
          <a:p>
            <a:pPr marL="12700" marR="325120">
              <a:lnSpc>
                <a:spcPct val="100000"/>
              </a:lnSpc>
              <a:spcBef>
                <a:spcPts val="1755"/>
              </a:spcBef>
            </a:pPr>
            <a:r>
              <a:rPr lang="en-US" sz="2500" spc="-15" dirty="0">
                <a:latin typeface="Cambria" panose="02040503050406030204" pitchFamily="18" charset="0"/>
                <a:ea typeface="Cambria" panose="02040503050406030204" pitchFamily="18" charset="0"/>
                <a:cs typeface="Arial" panose="020B0604020202090204"/>
              </a:rPr>
              <a:t>(Body) Provide your support</a:t>
            </a:r>
            <a:endParaRPr sz="2500" dirty="0">
              <a:latin typeface="Cambria" panose="02040503050406030204" pitchFamily="18" charset="0"/>
              <a:ea typeface="Cambria" panose="02040503050406030204" pitchFamily="18" charset="0"/>
              <a:cs typeface="Arial" panose="020B0604020202090204"/>
            </a:endParaRPr>
          </a:p>
          <a:p>
            <a:pPr marL="12700">
              <a:lnSpc>
                <a:spcPct val="100000"/>
              </a:lnSpc>
              <a:spcBef>
                <a:spcPts val="1750"/>
              </a:spcBef>
            </a:pPr>
            <a:r>
              <a:rPr lang="en-US" sz="2500" spc="-5" dirty="0">
                <a:latin typeface="Cambria" panose="02040503050406030204" pitchFamily="18" charset="0"/>
                <a:ea typeface="Cambria" panose="02040503050406030204" pitchFamily="18" charset="0"/>
                <a:cs typeface="Arial" panose="020B0604020202090204"/>
              </a:rPr>
              <a:t>(Conclusion) </a:t>
            </a:r>
            <a:r>
              <a:rPr sz="2500" spc="-5" dirty="0">
                <a:latin typeface="Cambria" panose="02040503050406030204" pitchFamily="18" charset="0"/>
                <a:ea typeface="Cambria" panose="02040503050406030204" pitchFamily="18" charset="0"/>
                <a:cs typeface="Arial" panose="020B0604020202090204"/>
              </a:rPr>
              <a:t>End </a:t>
            </a:r>
            <a:r>
              <a:rPr lang="en-US" sz="2500" spc="-5" dirty="0">
                <a:latin typeface="Cambria" panose="02040503050406030204" pitchFamily="18" charset="0"/>
                <a:ea typeface="Cambria" panose="02040503050406030204" pitchFamily="18" charset="0"/>
                <a:cs typeface="Arial" panose="020B0604020202090204"/>
              </a:rPr>
              <a:t>politely</a:t>
            </a:r>
            <a:endParaRPr sz="2500" dirty="0">
              <a:latin typeface="Cambria" panose="02040503050406030204" pitchFamily="18" charset="0"/>
              <a:ea typeface="Cambria" panose="02040503050406030204" pitchFamily="18" charset="0"/>
              <a:cs typeface="Arial" panose="020B0604020202090204"/>
            </a:endParaRPr>
          </a:p>
        </p:txBody>
      </p:sp>
      <p:sp>
        <p:nvSpPr>
          <p:cNvPr id="5" name="object 5"/>
          <p:cNvSpPr/>
          <p:nvPr/>
        </p:nvSpPr>
        <p:spPr>
          <a:xfrm>
            <a:off x="415019" y="3638304"/>
            <a:ext cx="216408" cy="20767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43774" y="5253242"/>
            <a:ext cx="216408" cy="207670"/>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534162" y="1862831"/>
            <a:ext cx="7772400" cy="797653"/>
          </a:xfrm>
          <a:prstGeom prst="rect">
            <a:avLst/>
          </a:prstGeom>
          <a:ln w="28955">
            <a:solidFill>
              <a:srgbClr val="2583C5"/>
            </a:solidFill>
          </a:ln>
        </p:spPr>
        <p:txBody>
          <a:bodyPr vert="horz" wrap="square" lIns="0" tIns="27939" rIns="0" bIns="0" rtlCol="0">
            <a:spAutoFit/>
          </a:bodyPr>
          <a:lstStyle/>
          <a:p>
            <a:pPr marL="90170" marR="85090">
              <a:lnSpc>
                <a:spcPct val="100000"/>
              </a:lnSpc>
              <a:spcBef>
                <a:spcPts val="220"/>
              </a:spcBef>
              <a:tabLst>
                <a:tab pos="3438525" algn="l"/>
              </a:tabLst>
            </a:pPr>
            <a:r>
              <a:rPr lang="en-US" sz="2500" spc="-195" dirty="0">
                <a:solidFill>
                  <a:srgbClr val="1CACE3"/>
                </a:solidFill>
                <a:latin typeface="Cambria" panose="02040503050406030204" pitchFamily="18" charset="0"/>
                <a:ea typeface="Cambria" panose="02040503050406030204" pitchFamily="18" charset="0"/>
                <a:cs typeface="Arial" panose="020B0604020202090204"/>
              </a:rPr>
              <a:t>Condolence</a:t>
            </a:r>
            <a:r>
              <a:rPr sz="2500" spc="-195" dirty="0">
                <a:solidFill>
                  <a:srgbClr val="1CACE3"/>
                </a:solidFill>
                <a:latin typeface="Cambria" panose="02040503050406030204" pitchFamily="18" charset="0"/>
                <a:ea typeface="Cambria" panose="02040503050406030204" pitchFamily="18" charset="0"/>
                <a:cs typeface="Arial" panose="020B0604020202090204"/>
              </a:rPr>
              <a:t> </a:t>
            </a:r>
            <a:r>
              <a:rPr lang="en-US" sz="2500" spc="-254" dirty="0">
                <a:latin typeface="Cambria" panose="02040503050406030204" pitchFamily="18" charset="0"/>
                <a:ea typeface="Cambria" panose="02040503050406030204" pitchFamily="18" charset="0"/>
                <a:cs typeface="Arial" panose="020B0604020202090204"/>
              </a:rPr>
              <a:t>messages create a solid base for sustaining relationships (goodwill) and make the recipient feel valued</a:t>
            </a:r>
            <a:endParaRPr sz="2500" dirty="0">
              <a:latin typeface="Cambria" panose="02040503050406030204" pitchFamily="18" charset="0"/>
              <a:ea typeface="Cambria" panose="02040503050406030204" pitchFamily="18" charset="0"/>
              <a:cs typeface="Arial" panose="020B0604020202090204"/>
            </a:endParaRPr>
          </a:p>
        </p:txBody>
      </p:sp>
      <p:sp>
        <p:nvSpPr>
          <p:cNvPr id="9" name="object 9"/>
          <p:cNvSpPr/>
          <p:nvPr/>
        </p:nvSpPr>
        <p:spPr>
          <a:xfrm>
            <a:off x="534162" y="1677161"/>
            <a:ext cx="4191000" cy="0"/>
          </a:xfrm>
          <a:custGeom>
            <a:avLst/>
            <a:gdLst/>
            <a:ahLst/>
            <a:cxnLst/>
            <a:rect l="l" t="t" r="r" b="b"/>
            <a:pathLst>
              <a:path w="4191000">
                <a:moveTo>
                  <a:pt x="0" y="0"/>
                </a:moveTo>
                <a:lnTo>
                  <a:pt x="4191000" y="0"/>
                </a:lnTo>
              </a:path>
            </a:pathLst>
          </a:custGeom>
          <a:ln w="28956">
            <a:solidFill>
              <a:srgbClr val="2583C5"/>
            </a:solidFill>
          </a:ln>
        </p:spPr>
        <p:txBody>
          <a:bodyPr wrap="square" lIns="0" tIns="0" rIns="0" bIns="0" rtlCol="0"/>
          <a:lstStyle/>
          <a:p>
            <a:endParaRPr/>
          </a:p>
        </p:txBody>
      </p:sp>
      <p:sp>
        <p:nvSpPr>
          <p:cNvPr id="10" name="Title 9"/>
          <p:cNvSpPr>
            <a:spLocks noGrp="1"/>
          </p:cNvSpPr>
          <p:nvPr>
            <p:ph type="title"/>
          </p:nvPr>
        </p:nvSpPr>
        <p:spPr>
          <a:xfrm>
            <a:off x="701040" y="881533"/>
            <a:ext cx="5860541" cy="553998"/>
          </a:xfrm>
        </p:spPr>
        <p:txBody>
          <a:bodyPr>
            <a:normAutofit fontScale="90000"/>
          </a:bodyPr>
          <a:lstStyle/>
          <a:p>
            <a:r>
              <a:rPr lang="en-US" sz="3600" dirty="0">
                <a:latin typeface="Cambria" panose="02040503050406030204" pitchFamily="18" charset="0"/>
                <a:ea typeface="Cambria" panose="02040503050406030204" pitchFamily="18" charset="0"/>
              </a:rPr>
              <a:t>CONDOLENCE MESSAGES</a:t>
            </a:r>
          </a:p>
        </p:txBody>
      </p:sp>
      <p:sp>
        <p:nvSpPr>
          <p:cNvPr id="11" name="object 6"/>
          <p:cNvSpPr/>
          <p:nvPr/>
        </p:nvSpPr>
        <p:spPr>
          <a:xfrm>
            <a:off x="460424" y="4634042"/>
            <a:ext cx="216408" cy="20767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42360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4D56B5-A882-4B6E-B75B-2830AF521F12}"/>
              </a:ext>
            </a:extLst>
          </p:cNvPr>
          <p:cNvSpPr>
            <a:spLocks noGrp="1"/>
          </p:cNvSpPr>
          <p:nvPr>
            <p:ph idx="1"/>
          </p:nvPr>
        </p:nvSpPr>
        <p:spPr>
          <a:xfrm>
            <a:off x="628650" y="609600"/>
            <a:ext cx="7886700" cy="5567363"/>
          </a:xfrm>
        </p:spPr>
        <p:txBody>
          <a:bodyPr>
            <a:normAutofit fontScale="92500" lnSpcReduction="10000"/>
          </a:bodyPr>
          <a:lstStyle/>
          <a:p>
            <a:endParaRPr lang="en-US" dirty="0"/>
          </a:p>
          <a:p>
            <a:pPr marL="0" indent="0">
              <a:lnSpc>
                <a:spcPct val="150000"/>
              </a:lnSpc>
              <a:buNone/>
            </a:pPr>
            <a:r>
              <a:rPr lang="en-US" sz="2400" dirty="0">
                <a:latin typeface="Cambria" panose="02040503050406030204" pitchFamily="18" charset="0"/>
                <a:ea typeface="Cambria" panose="02040503050406030204" pitchFamily="18" charset="0"/>
              </a:rPr>
              <a:t>Dear Anna,</a:t>
            </a:r>
          </a:p>
          <a:p>
            <a:pPr marL="0" indent="0">
              <a:lnSpc>
                <a:spcPct val="150000"/>
              </a:lnSpc>
              <a:buNone/>
            </a:pPr>
            <a:r>
              <a:rPr lang="en-US" sz="2400" dirty="0">
                <a:latin typeface="Cambria" panose="02040503050406030204" pitchFamily="18" charset="0"/>
                <a:ea typeface="Cambria" panose="02040503050406030204" pitchFamily="18" charset="0"/>
              </a:rPr>
              <a:t>Subject: </a:t>
            </a:r>
            <a:r>
              <a:rPr lang="en-MY" sz="2400" u="sng" dirty="0">
                <a:latin typeface="Cambria" panose="02040503050406030204" pitchFamily="18" charset="0"/>
                <a:ea typeface="Cambria" panose="02040503050406030204" pitchFamily="18" charset="0"/>
              </a:rPr>
              <a:t>Condolences on Your Loss</a:t>
            </a:r>
            <a:endParaRPr lang="en-US" sz="2400" u="sng" dirty="0">
              <a:latin typeface="Cambria" panose="02040503050406030204" pitchFamily="18" charset="0"/>
              <a:ea typeface="Cambria" panose="02040503050406030204" pitchFamily="18" charset="0"/>
            </a:endParaRPr>
          </a:p>
          <a:p>
            <a:pPr marL="0" indent="0" algn="just">
              <a:lnSpc>
                <a:spcPct val="100000"/>
              </a:lnSpc>
              <a:buNone/>
            </a:pPr>
            <a:r>
              <a:rPr lang="en-US" sz="2400" dirty="0">
                <a:latin typeface="Cambria" panose="02040503050406030204" pitchFamily="18" charset="0"/>
                <a:ea typeface="Cambria" panose="02040503050406030204" pitchFamily="18" charset="0"/>
              </a:rPr>
              <a:t>I was truly saddened to learn about your loss. Please accept my deepest condolences to you and your family during this difficult time. </a:t>
            </a:r>
            <a:r>
              <a:rPr lang="en-US" sz="2400" b="1" u="sng" dirty="0">
                <a:latin typeface="Cambria" panose="02040503050406030204" pitchFamily="18" charset="0"/>
                <a:ea typeface="Cambria" panose="02040503050406030204" pitchFamily="18" charset="0"/>
              </a:rPr>
              <a:t>(the introduction can be in one sentence)</a:t>
            </a:r>
          </a:p>
          <a:p>
            <a:pPr marL="0" indent="0" algn="just">
              <a:lnSpc>
                <a:spcPct val="100000"/>
              </a:lnSpc>
              <a:buNone/>
            </a:pPr>
            <a:endParaRPr lang="en-US" sz="2400" dirty="0">
              <a:latin typeface="Cambria" panose="02040503050406030204" pitchFamily="18" charset="0"/>
              <a:ea typeface="Cambria" panose="02040503050406030204" pitchFamily="18" charset="0"/>
            </a:endParaRPr>
          </a:p>
          <a:p>
            <a:pPr marL="0" indent="0" algn="just">
              <a:lnSpc>
                <a:spcPct val="100000"/>
              </a:lnSpc>
              <a:buNone/>
            </a:pPr>
            <a:r>
              <a:rPr lang="en-US" sz="2400" dirty="0">
                <a:latin typeface="Cambria" panose="02040503050406030204" pitchFamily="18" charset="0"/>
                <a:ea typeface="Cambria" panose="02040503050406030204" pitchFamily="18" charset="0"/>
              </a:rPr>
              <a:t>May you find strength and peace in the love and support of those who care about you. Remember that it’s okay to lean on others and take the time you need to heal.</a:t>
            </a:r>
          </a:p>
          <a:p>
            <a:pPr marL="0" indent="0" algn="just">
              <a:lnSpc>
                <a:spcPct val="100000"/>
              </a:lnSpc>
              <a:buNone/>
            </a:pPr>
            <a:endParaRPr lang="en-US" sz="2400" dirty="0">
              <a:latin typeface="Cambria" panose="02040503050406030204" pitchFamily="18" charset="0"/>
              <a:ea typeface="Cambria" panose="02040503050406030204" pitchFamily="18" charset="0"/>
            </a:endParaRPr>
          </a:p>
          <a:p>
            <a:pPr marL="0" indent="0" algn="just">
              <a:buNone/>
            </a:pPr>
            <a:r>
              <a:rPr lang="en-US" sz="2400" dirty="0">
                <a:latin typeface="Cambria" panose="02040503050406030204" pitchFamily="18" charset="0"/>
                <a:ea typeface="Cambria" panose="02040503050406030204" pitchFamily="18" charset="0"/>
              </a:rPr>
              <a:t>Please know that I am thinking of you and am here to help in any way you might need. Don’t hesitate to reach out if you need support or assistance.</a:t>
            </a:r>
          </a:p>
          <a:p>
            <a:endParaRPr lang="en-MY" dirty="0"/>
          </a:p>
        </p:txBody>
      </p:sp>
    </p:spTree>
    <p:extLst>
      <p:ext uri="{BB962C8B-B14F-4D97-AF65-F5344CB8AC3E}">
        <p14:creationId xmlns:p14="http://schemas.microsoft.com/office/powerpoint/2010/main" val="3905473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0362" y="1677161"/>
            <a:ext cx="4953000" cy="0"/>
          </a:xfrm>
          <a:custGeom>
            <a:avLst/>
            <a:gdLst/>
            <a:ahLst/>
            <a:cxnLst/>
            <a:rect l="l" t="t" r="r" b="b"/>
            <a:pathLst>
              <a:path w="4953000">
                <a:moveTo>
                  <a:pt x="0" y="0"/>
                </a:moveTo>
                <a:lnTo>
                  <a:pt x="4953000" y="0"/>
                </a:lnTo>
              </a:path>
            </a:pathLst>
          </a:custGeom>
          <a:ln w="28956">
            <a:solidFill>
              <a:srgbClr val="2583C5"/>
            </a:solidFill>
          </a:ln>
        </p:spPr>
        <p:txBody>
          <a:bodyPr wrap="square" lIns="0" tIns="0" rIns="0" bIns="0" rtlCol="0"/>
          <a:lstStyle/>
          <a:p>
            <a:endParaRPr/>
          </a:p>
        </p:txBody>
      </p:sp>
      <p:sp>
        <p:nvSpPr>
          <p:cNvPr id="5" name="object 5"/>
          <p:cNvSpPr txBox="1"/>
          <p:nvPr/>
        </p:nvSpPr>
        <p:spPr>
          <a:xfrm>
            <a:off x="637256" y="1893529"/>
            <a:ext cx="7863840" cy="1182374"/>
          </a:xfrm>
          <a:prstGeom prst="rect">
            <a:avLst/>
          </a:prstGeom>
          <a:ln w="28955">
            <a:solidFill>
              <a:srgbClr val="2583C5"/>
            </a:solidFill>
          </a:ln>
        </p:spPr>
        <p:txBody>
          <a:bodyPr vert="horz" wrap="square" lIns="0" tIns="27939" rIns="0" bIns="0" rtlCol="0">
            <a:spAutoFit/>
          </a:bodyPr>
          <a:lstStyle/>
          <a:p>
            <a:pPr marL="90170" marR="835660" algn="just">
              <a:lnSpc>
                <a:spcPct val="100000"/>
              </a:lnSpc>
              <a:spcBef>
                <a:spcPts val="220"/>
              </a:spcBef>
            </a:pPr>
            <a:r>
              <a:rPr sz="2500" spc="-95" dirty="0">
                <a:solidFill>
                  <a:srgbClr val="1CACE3"/>
                </a:solidFill>
                <a:latin typeface="Cambria" panose="02040503050406030204" pitchFamily="18" charset="0"/>
                <a:ea typeface="Cambria" panose="02040503050406030204" pitchFamily="18" charset="0"/>
                <a:cs typeface="Arial" panose="020B0604020202090204"/>
              </a:rPr>
              <a:t>Congratulatory </a:t>
            </a:r>
            <a:r>
              <a:rPr sz="2500" spc="-254" dirty="0">
                <a:latin typeface="Cambria" panose="02040503050406030204" pitchFamily="18" charset="0"/>
                <a:ea typeface="Cambria" panose="02040503050406030204" pitchFamily="18" charset="0"/>
                <a:cs typeface="Arial" panose="020B0604020202090204"/>
              </a:rPr>
              <a:t>messages </a:t>
            </a:r>
            <a:r>
              <a:rPr lang="en-US" sz="2500" spc="-150" dirty="0">
                <a:latin typeface="Cambria" panose="02040503050406030204" pitchFamily="18" charset="0"/>
                <a:ea typeface="Cambria" panose="02040503050406030204" pitchFamily="18" charset="0"/>
                <a:cs typeface="Arial" panose="020B0604020202090204"/>
              </a:rPr>
              <a:t>can be expected or</a:t>
            </a:r>
            <a:r>
              <a:rPr sz="2500" spc="-55" dirty="0">
                <a:latin typeface="Cambria" panose="02040503050406030204" pitchFamily="18" charset="0"/>
                <a:ea typeface="Cambria" panose="02040503050406030204" pitchFamily="18" charset="0"/>
                <a:cs typeface="Arial" panose="020B0604020202090204"/>
              </a:rPr>
              <a:t> </a:t>
            </a:r>
            <a:r>
              <a:rPr sz="2500" spc="-145" dirty="0">
                <a:latin typeface="Cambria" panose="02040503050406030204" pitchFamily="18" charset="0"/>
                <a:ea typeface="Cambria" panose="02040503050406030204" pitchFamily="18" charset="0"/>
                <a:cs typeface="Arial" panose="020B0604020202090204"/>
              </a:rPr>
              <a:t>unexpected</a:t>
            </a:r>
            <a:r>
              <a:rPr lang="en-US" sz="2500" spc="-145" dirty="0">
                <a:latin typeface="Cambria" panose="02040503050406030204" pitchFamily="18" charset="0"/>
                <a:ea typeface="Cambria" panose="02040503050406030204" pitchFamily="18" charset="0"/>
                <a:cs typeface="Arial" panose="020B0604020202090204"/>
              </a:rPr>
              <a:t> good news</a:t>
            </a:r>
            <a:r>
              <a:rPr sz="2500" spc="-145" dirty="0">
                <a:latin typeface="Cambria" panose="02040503050406030204" pitchFamily="18" charset="0"/>
                <a:ea typeface="Cambria" panose="02040503050406030204" pitchFamily="18" charset="0"/>
                <a:cs typeface="Arial" panose="020B0604020202090204"/>
              </a:rPr>
              <a:t>, </a:t>
            </a:r>
            <a:r>
              <a:rPr sz="2500" spc="-110" dirty="0">
                <a:latin typeface="Cambria" panose="02040503050406030204" pitchFamily="18" charset="0"/>
                <a:ea typeface="Cambria" panose="02040503050406030204" pitchFamily="18" charset="0"/>
                <a:cs typeface="Arial" panose="020B0604020202090204"/>
              </a:rPr>
              <a:t>and</a:t>
            </a:r>
            <a:r>
              <a:rPr lang="en-US" sz="2500" spc="-110" dirty="0">
                <a:latin typeface="Cambria" panose="02040503050406030204" pitchFamily="18" charset="0"/>
                <a:ea typeface="Cambria" panose="02040503050406030204" pitchFamily="18" charset="0"/>
                <a:cs typeface="Arial" panose="020B0604020202090204"/>
              </a:rPr>
              <a:t> </a:t>
            </a:r>
            <a:r>
              <a:rPr sz="2500" spc="-105" dirty="0">
                <a:latin typeface="Cambria" panose="02040503050406030204" pitchFamily="18" charset="0"/>
                <a:ea typeface="Cambria" panose="02040503050406030204" pitchFamily="18" charset="0"/>
                <a:cs typeface="Arial" panose="020B0604020202090204"/>
              </a:rPr>
              <a:t>therefore, </a:t>
            </a:r>
            <a:r>
              <a:rPr lang="en-US" sz="2500" spc="-105" dirty="0">
                <a:latin typeface="Cambria" panose="02040503050406030204" pitchFamily="18" charset="0"/>
                <a:ea typeface="Cambria" panose="02040503050406030204" pitchFamily="18" charset="0"/>
                <a:cs typeface="Arial" panose="020B0604020202090204"/>
              </a:rPr>
              <a:t>providing a direct congratulatory messages is a must. </a:t>
            </a:r>
            <a:endParaRPr sz="2500" dirty="0">
              <a:latin typeface="Cambria" panose="02040503050406030204" pitchFamily="18" charset="0"/>
              <a:ea typeface="Cambria" panose="02040503050406030204" pitchFamily="18" charset="0"/>
              <a:cs typeface="Arial" panose="020B0604020202090204"/>
            </a:endParaRPr>
          </a:p>
        </p:txBody>
      </p:sp>
      <p:sp>
        <p:nvSpPr>
          <p:cNvPr id="6" name="object 6"/>
          <p:cNvSpPr txBox="1"/>
          <p:nvPr/>
        </p:nvSpPr>
        <p:spPr>
          <a:xfrm>
            <a:off x="916021" y="3111062"/>
            <a:ext cx="7306309" cy="3096260"/>
          </a:xfrm>
          <a:prstGeom prst="rect">
            <a:avLst/>
          </a:prstGeom>
        </p:spPr>
        <p:txBody>
          <a:bodyPr vert="horz" wrap="square" lIns="0" tIns="13335" rIns="0" bIns="0" rtlCol="0">
            <a:spAutoFit/>
          </a:bodyPr>
          <a:lstStyle/>
          <a:p>
            <a:pPr marL="12700" marR="5080">
              <a:lnSpc>
                <a:spcPct val="159000"/>
              </a:lnSpc>
              <a:spcBef>
                <a:spcPts val="105"/>
              </a:spcBef>
            </a:pPr>
            <a:r>
              <a:rPr lang="en-US" sz="2500" spc="-15" dirty="0">
                <a:latin typeface="Cambria" panose="02040503050406030204" pitchFamily="18" charset="0"/>
                <a:ea typeface="Cambria" panose="02040503050406030204" pitchFamily="18" charset="0"/>
                <a:cs typeface="Arial" panose="020B0604020202090204"/>
              </a:rPr>
              <a:t>Purpose – to congratulate</a:t>
            </a:r>
          </a:p>
          <a:p>
            <a:pPr marL="12700" marR="5080">
              <a:lnSpc>
                <a:spcPct val="159000"/>
              </a:lnSpc>
              <a:spcBef>
                <a:spcPts val="105"/>
              </a:spcBef>
            </a:pPr>
            <a:r>
              <a:rPr lang="en-US" sz="2500" spc="-15" dirty="0">
                <a:latin typeface="Cambria" panose="02040503050406030204" pitchFamily="18" charset="0"/>
                <a:ea typeface="Cambria" panose="02040503050406030204" pitchFamily="18" charset="0"/>
                <a:cs typeface="Arial" panose="020B0604020202090204"/>
              </a:rPr>
              <a:t>(Introduction) </a:t>
            </a:r>
            <a:r>
              <a:rPr sz="2500" spc="-15" dirty="0">
                <a:latin typeface="Cambria" panose="02040503050406030204" pitchFamily="18" charset="0"/>
                <a:ea typeface="Cambria" panose="02040503050406030204" pitchFamily="18" charset="0"/>
                <a:cs typeface="Arial" panose="020B0604020202090204"/>
              </a:rPr>
              <a:t>Offer </a:t>
            </a:r>
            <a:r>
              <a:rPr sz="2500" spc="-5" dirty="0">
                <a:latin typeface="Cambria" panose="02040503050406030204" pitchFamily="18" charset="0"/>
                <a:ea typeface="Cambria" panose="02040503050406030204" pitchFamily="18" charset="0"/>
                <a:cs typeface="Arial" panose="020B0604020202090204"/>
              </a:rPr>
              <a:t>congratulations for a specific accomplishment</a:t>
            </a:r>
            <a:r>
              <a:rPr lang="en-US" sz="2500" spc="-5" dirty="0">
                <a:latin typeface="Cambria" panose="02040503050406030204" pitchFamily="18" charset="0"/>
                <a:ea typeface="Cambria" panose="02040503050406030204" pitchFamily="18" charset="0"/>
                <a:cs typeface="Arial" panose="020B0604020202090204"/>
              </a:rPr>
              <a:t> </a:t>
            </a:r>
          </a:p>
          <a:p>
            <a:pPr marL="12700" marR="5080">
              <a:lnSpc>
                <a:spcPct val="159000"/>
              </a:lnSpc>
              <a:spcBef>
                <a:spcPts val="105"/>
              </a:spcBef>
            </a:pPr>
            <a:r>
              <a:rPr lang="en-US" sz="2500" spc="-5" dirty="0">
                <a:latin typeface="Cambria" panose="02040503050406030204" pitchFamily="18" charset="0"/>
                <a:ea typeface="Cambria" panose="02040503050406030204" pitchFamily="18" charset="0"/>
                <a:cs typeface="Arial" panose="020B0604020202090204"/>
              </a:rPr>
              <a:t>(Body) </a:t>
            </a:r>
            <a:r>
              <a:rPr sz="2500" spc="-5" dirty="0">
                <a:latin typeface="Cambria" panose="02040503050406030204" pitchFamily="18" charset="0"/>
                <a:ea typeface="Cambria" panose="02040503050406030204" pitchFamily="18" charset="0"/>
                <a:cs typeface="Arial" panose="020B0604020202090204"/>
              </a:rPr>
              <a:t>Provide </a:t>
            </a:r>
            <a:r>
              <a:rPr lang="en-US" sz="2500" spc="-5" dirty="0">
                <a:latin typeface="Cambria" panose="02040503050406030204" pitchFamily="18" charset="0"/>
                <a:ea typeface="Cambria" panose="02040503050406030204" pitchFamily="18" charset="0"/>
                <a:cs typeface="Arial" panose="020B0604020202090204"/>
              </a:rPr>
              <a:t>any important </a:t>
            </a:r>
            <a:r>
              <a:rPr sz="2500" spc="-5" dirty="0">
                <a:latin typeface="Cambria" panose="02040503050406030204" pitchFamily="18" charset="0"/>
                <a:ea typeface="Cambria" panose="02040503050406030204" pitchFamily="18" charset="0"/>
                <a:cs typeface="Arial" panose="020B0604020202090204"/>
              </a:rPr>
              <a:t>details</a:t>
            </a:r>
            <a:endParaRPr sz="2500" dirty="0">
              <a:latin typeface="Cambria" panose="02040503050406030204" pitchFamily="18" charset="0"/>
              <a:ea typeface="Cambria" panose="02040503050406030204" pitchFamily="18" charset="0"/>
              <a:cs typeface="Arial" panose="020B0604020202090204"/>
            </a:endParaRPr>
          </a:p>
          <a:p>
            <a:pPr marL="12700" marR="1289050">
              <a:lnSpc>
                <a:spcPct val="100000"/>
              </a:lnSpc>
              <a:spcBef>
                <a:spcPts val="1750"/>
              </a:spcBef>
            </a:pPr>
            <a:r>
              <a:rPr lang="en-US" sz="2500" spc="-5" dirty="0">
                <a:latin typeface="Cambria" panose="02040503050406030204" pitchFamily="18" charset="0"/>
                <a:ea typeface="Cambria" panose="02040503050406030204" pitchFamily="18" charset="0"/>
                <a:cs typeface="Arial" panose="020B0604020202090204"/>
              </a:rPr>
              <a:t>(Conclusion) </a:t>
            </a:r>
            <a:r>
              <a:rPr sz="2500" spc="-5" dirty="0">
                <a:latin typeface="Cambria" panose="02040503050406030204" pitchFamily="18" charset="0"/>
                <a:ea typeface="Cambria" panose="02040503050406030204" pitchFamily="18" charset="0"/>
                <a:cs typeface="Arial" panose="020B0604020202090204"/>
              </a:rPr>
              <a:t>End </a:t>
            </a:r>
            <a:r>
              <a:rPr lang="en-US" sz="2500" spc="-5" dirty="0">
                <a:latin typeface="Cambria" panose="02040503050406030204" pitchFamily="18" charset="0"/>
                <a:ea typeface="Cambria" panose="02040503050406030204" pitchFamily="18" charset="0"/>
                <a:cs typeface="Arial" panose="020B0604020202090204"/>
              </a:rPr>
              <a:t>politely </a:t>
            </a:r>
            <a:endParaRPr sz="2500" dirty="0">
              <a:latin typeface="Cambria" panose="02040503050406030204" pitchFamily="18" charset="0"/>
              <a:ea typeface="Cambria" panose="02040503050406030204" pitchFamily="18" charset="0"/>
              <a:cs typeface="Arial" panose="020B0604020202090204"/>
            </a:endParaRPr>
          </a:p>
        </p:txBody>
      </p:sp>
      <p:sp>
        <p:nvSpPr>
          <p:cNvPr id="7" name="object 7"/>
          <p:cNvSpPr/>
          <p:nvPr/>
        </p:nvSpPr>
        <p:spPr>
          <a:xfrm>
            <a:off x="699613" y="3965981"/>
            <a:ext cx="216408" cy="207670"/>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717938" y="5211286"/>
            <a:ext cx="216408" cy="207670"/>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718931" y="5867400"/>
            <a:ext cx="216408" cy="207670"/>
          </a:xfrm>
          <a:prstGeom prst="rect">
            <a:avLst/>
          </a:prstGeom>
          <a:blipFill>
            <a:blip r:embed="rId2" cstate="print"/>
            <a:stretch>
              <a:fillRect/>
            </a:stretch>
          </a:blipFill>
        </p:spPr>
        <p:txBody>
          <a:bodyPr wrap="square" lIns="0" tIns="0" rIns="0" bIns="0" rtlCol="0"/>
          <a:lstStyle/>
          <a:p>
            <a:endParaRPr/>
          </a:p>
        </p:txBody>
      </p:sp>
      <p:sp>
        <p:nvSpPr>
          <p:cNvPr id="10" name="Title 9"/>
          <p:cNvSpPr>
            <a:spLocks noGrp="1"/>
          </p:cNvSpPr>
          <p:nvPr>
            <p:ph type="title"/>
          </p:nvPr>
        </p:nvSpPr>
        <p:spPr>
          <a:xfrm>
            <a:off x="623809" y="934237"/>
            <a:ext cx="5860541" cy="430887"/>
          </a:xfrm>
        </p:spPr>
        <p:txBody>
          <a:bodyPr>
            <a:normAutofit fontScale="90000"/>
          </a:bodyPr>
          <a:lstStyle/>
          <a:p>
            <a:r>
              <a:rPr lang="en-US" sz="2800" dirty="0">
                <a:latin typeface="Cambria" panose="02040503050406030204" pitchFamily="18" charset="0"/>
                <a:ea typeface="Cambria" panose="02040503050406030204" pitchFamily="18" charset="0"/>
              </a:rPr>
              <a:t>CONGRATULATORY MESSAGES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1420" y="1059154"/>
            <a:ext cx="7226934" cy="4813241"/>
          </a:xfrm>
          <a:prstGeom prst="rect">
            <a:avLst/>
          </a:prstGeom>
        </p:spPr>
        <p:txBody>
          <a:bodyPr vert="horz" wrap="square" lIns="0" tIns="160655" rIns="0" bIns="0" rtlCol="0">
            <a:spAutoFit/>
          </a:bodyPr>
          <a:lstStyle/>
          <a:p>
            <a:pPr marL="104140">
              <a:lnSpc>
                <a:spcPct val="100000"/>
              </a:lnSpc>
              <a:spcBef>
                <a:spcPts val="1265"/>
              </a:spcBef>
            </a:pPr>
            <a:r>
              <a:rPr sz="2400" spc="-90" dirty="0">
                <a:latin typeface="Cambria" panose="02040503050406030204" pitchFamily="18" charset="0"/>
                <a:ea typeface="Cambria" panose="02040503050406030204" pitchFamily="18" charset="0"/>
                <a:cs typeface="Arial" panose="020B0604020202090204"/>
              </a:rPr>
              <a:t>Dear</a:t>
            </a:r>
            <a:r>
              <a:rPr sz="2400" spc="-30" dirty="0">
                <a:latin typeface="Cambria" panose="02040503050406030204" pitchFamily="18" charset="0"/>
                <a:ea typeface="Cambria" panose="02040503050406030204" pitchFamily="18" charset="0"/>
                <a:cs typeface="Arial" panose="020B0604020202090204"/>
              </a:rPr>
              <a:t> </a:t>
            </a:r>
            <a:r>
              <a:rPr sz="2400" spc="-210" dirty="0">
                <a:latin typeface="Cambria" panose="02040503050406030204" pitchFamily="18" charset="0"/>
                <a:ea typeface="Cambria" panose="02040503050406030204" pitchFamily="18" charset="0"/>
                <a:cs typeface="Arial" panose="020B0604020202090204"/>
              </a:rPr>
              <a:t>Lucy,</a:t>
            </a:r>
            <a:endParaRPr lang="en-US" sz="2400" dirty="0">
              <a:latin typeface="Cambria" panose="02040503050406030204" pitchFamily="18" charset="0"/>
              <a:ea typeface="Cambria" panose="02040503050406030204" pitchFamily="18" charset="0"/>
              <a:cs typeface="Arial" panose="020B0604020202090204"/>
            </a:endParaRPr>
          </a:p>
          <a:p>
            <a:pPr marL="104140">
              <a:lnSpc>
                <a:spcPct val="100000"/>
              </a:lnSpc>
              <a:spcBef>
                <a:spcPts val="1265"/>
              </a:spcBef>
            </a:pPr>
            <a:r>
              <a:rPr sz="2400" spc="-135" dirty="0">
                <a:latin typeface="Cambria" panose="02040503050406030204" pitchFamily="18" charset="0"/>
                <a:ea typeface="Cambria" panose="02040503050406030204" pitchFamily="18" charset="0"/>
                <a:cs typeface="Arial" panose="020B0604020202090204"/>
              </a:rPr>
              <a:t>Subject: </a:t>
            </a:r>
            <a:r>
              <a:rPr sz="2400" u="heavy" spc="-110" dirty="0">
                <a:uFill>
                  <a:solidFill>
                    <a:srgbClr val="000000"/>
                  </a:solidFill>
                </a:uFill>
                <a:latin typeface="Cambria" panose="02040503050406030204" pitchFamily="18" charset="0"/>
                <a:ea typeface="Cambria" panose="02040503050406030204" pitchFamily="18" charset="0"/>
                <a:cs typeface="Arial" panose="020B0604020202090204"/>
              </a:rPr>
              <a:t>Congratulations </a:t>
            </a:r>
            <a:r>
              <a:rPr sz="2400" u="heavy" spc="-175" dirty="0">
                <a:uFill>
                  <a:solidFill>
                    <a:srgbClr val="000000"/>
                  </a:solidFill>
                </a:uFill>
                <a:latin typeface="Cambria" panose="02040503050406030204" pitchFamily="18" charset="0"/>
                <a:ea typeface="Cambria" panose="02040503050406030204" pitchFamily="18" charset="0"/>
                <a:cs typeface="Arial" panose="020B0604020202090204"/>
              </a:rPr>
              <a:t>on </a:t>
            </a:r>
            <a:r>
              <a:rPr sz="2400" u="heavy" spc="-100" dirty="0">
                <a:uFill>
                  <a:solidFill>
                    <a:srgbClr val="000000"/>
                  </a:solidFill>
                </a:uFill>
                <a:latin typeface="Cambria" panose="02040503050406030204" pitchFamily="18" charset="0"/>
                <a:ea typeface="Cambria" panose="02040503050406030204" pitchFamily="18" charset="0"/>
                <a:cs typeface="Arial" panose="020B0604020202090204"/>
              </a:rPr>
              <a:t>your</a:t>
            </a:r>
            <a:r>
              <a:rPr sz="2400" u="heavy" spc="-95" dirty="0">
                <a:uFill>
                  <a:solidFill>
                    <a:srgbClr val="000000"/>
                  </a:solidFill>
                </a:uFill>
                <a:latin typeface="Cambria" panose="02040503050406030204" pitchFamily="18" charset="0"/>
                <a:ea typeface="Cambria" panose="02040503050406030204" pitchFamily="18" charset="0"/>
                <a:cs typeface="Arial" panose="020B0604020202090204"/>
              </a:rPr>
              <a:t> </a:t>
            </a:r>
            <a:r>
              <a:rPr sz="2400" u="heavy" spc="-140" dirty="0">
                <a:uFill>
                  <a:solidFill>
                    <a:srgbClr val="000000"/>
                  </a:solidFill>
                </a:uFill>
                <a:latin typeface="Cambria" panose="02040503050406030204" pitchFamily="18" charset="0"/>
                <a:ea typeface="Cambria" panose="02040503050406030204" pitchFamily="18" charset="0"/>
                <a:cs typeface="Arial" panose="020B0604020202090204"/>
              </a:rPr>
              <a:t>Achievement</a:t>
            </a:r>
            <a:endParaRPr sz="2400" dirty="0">
              <a:latin typeface="Cambria" panose="02040503050406030204" pitchFamily="18" charset="0"/>
              <a:ea typeface="Cambria" panose="02040503050406030204" pitchFamily="18" charset="0"/>
              <a:cs typeface="Arial" panose="020B0604020202090204"/>
            </a:endParaRPr>
          </a:p>
          <a:p>
            <a:pPr marL="12700" marR="5080" algn="just">
              <a:lnSpc>
                <a:spcPts val="2160"/>
              </a:lnSpc>
              <a:spcBef>
                <a:spcPts val="1440"/>
              </a:spcBef>
            </a:pPr>
            <a:r>
              <a:rPr lang="en-US" sz="2400" spc="-110" dirty="0">
                <a:latin typeface="Cambria" panose="02040503050406030204" pitchFamily="18" charset="0"/>
                <a:ea typeface="Cambria" panose="02040503050406030204" pitchFamily="18" charset="0"/>
                <a:cs typeface="Arial" panose="020B0604020202090204"/>
              </a:rPr>
              <a:t> </a:t>
            </a:r>
            <a:r>
              <a:rPr sz="2400" spc="-110" dirty="0">
                <a:latin typeface="Cambria" panose="02040503050406030204" pitchFamily="18" charset="0"/>
                <a:ea typeface="Cambria" panose="02040503050406030204" pitchFamily="18" charset="0"/>
                <a:cs typeface="Arial" panose="020B0604020202090204"/>
              </a:rPr>
              <a:t>Congratulations </a:t>
            </a:r>
            <a:r>
              <a:rPr sz="2400" spc="-170" dirty="0">
                <a:latin typeface="Cambria" panose="02040503050406030204" pitchFamily="18" charset="0"/>
                <a:ea typeface="Cambria" panose="02040503050406030204" pitchFamily="18" charset="0"/>
                <a:cs typeface="Arial" panose="020B0604020202090204"/>
              </a:rPr>
              <a:t>on </a:t>
            </a:r>
            <a:r>
              <a:rPr sz="2400" spc="-100" dirty="0">
                <a:latin typeface="Cambria" panose="02040503050406030204" pitchFamily="18" charset="0"/>
                <a:ea typeface="Cambria" panose="02040503050406030204" pitchFamily="18" charset="0"/>
                <a:cs typeface="Arial" panose="020B0604020202090204"/>
              </a:rPr>
              <a:t>reaching </a:t>
            </a:r>
            <a:r>
              <a:rPr sz="2400" spc="-105" dirty="0">
                <a:latin typeface="Cambria" panose="02040503050406030204" pitchFamily="18" charset="0"/>
                <a:ea typeface="Cambria" panose="02040503050406030204" pitchFamily="18" charset="0"/>
                <a:cs typeface="Arial" panose="020B0604020202090204"/>
              </a:rPr>
              <a:t>your </a:t>
            </a:r>
            <a:r>
              <a:rPr sz="2400" spc="-55" dirty="0">
                <a:latin typeface="Cambria" panose="02040503050406030204" pitchFamily="18" charset="0"/>
                <a:ea typeface="Cambria" panose="02040503050406030204" pitchFamily="18" charset="0"/>
                <a:cs typeface="Arial" panose="020B0604020202090204"/>
              </a:rPr>
              <a:t>goal</a:t>
            </a:r>
            <a:r>
              <a:rPr lang="en-US" sz="2400" spc="-55" dirty="0">
                <a:latin typeface="Cambria" panose="02040503050406030204" pitchFamily="18" charset="0"/>
                <a:ea typeface="Cambria" panose="02040503050406030204" pitchFamily="18" charset="0"/>
                <a:cs typeface="Arial" panose="020B0604020202090204"/>
              </a:rPr>
              <a:t> to be promoted as   Senior Manager</a:t>
            </a:r>
            <a:r>
              <a:rPr sz="2400" spc="-55" dirty="0">
                <a:latin typeface="Cambria" panose="02040503050406030204" pitchFamily="18" charset="0"/>
                <a:ea typeface="Cambria" panose="02040503050406030204" pitchFamily="18" charset="0"/>
                <a:cs typeface="Arial" panose="020B0604020202090204"/>
              </a:rPr>
              <a:t>. </a:t>
            </a:r>
            <a:r>
              <a:rPr sz="2400" spc="-120" dirty="0">
                <a:latin typeface="Cambria" panose="02040503050406030204" pitchFamily="18" charset="0"/>
                <a:ea typeface="Cambria" panose="02040503050406030204" pitchFamily="18" charset="0"/>
                <a:cs typeface="Arial" panose="020B0604020202090204"/>
              </a:rPr>
              <a:t>I </a:t>
            </a:r>
            <a:r>
              <a:rPr sz="2400" spc="-165" dirty="0">
                <a:latin typeface="Cambria" panose="02040503050406030204" pitchFamily="18" charset="0"/>
                <a:ea typeface="Cambria" panose="02040503050406030204" pitchFamily="18" charset="0"/>
                <a:cs typeface="Arial" panose="020B0604020202090204"/>
              </a:rPr>
              <a:t>know </a:t>
            </a:r>
            <a:r>
              <a:rPr sz="2400" spc="-95" dirty="0">
                <a:latin typeface="Cambria" panose="02040503050406030204" pitchFamily="18" charset="0"/>
                <a:ea typeface="Cambria" panose="02040503050406030204" pitchFamily="18" charset="0"/>
                <a:cs typeface="Arial" panose="020B0604020202090204"/>
              </a:rPr>
              <a:t>what </a:t>
            </a:r>
            <a:r>
              <a:rPr sz="2400" spc="-180" dirty="0">
                <a:latin typeface="Cambria" panose="02040503050406030204" pitchFamily="18" charset="0"/>
                <a:ea typeface="Cambria" panose="02040503050406030204" pitchFamily="18" charset="0"/>
                <a:cs typeface="Arial" panose="020B0604020202090204"/>
              </a:rPr>
              <a:t>was </a:t>
            </a:r>
            <a:r>
              <a:rPr sz="2400" spc="-105" dirty="0">
                <a:latin typeface="Cambria" panose="02040503050406030204" pitchFamily="18" charset="0"/>
                <a:ea typeface="Cambria" panose="02040503050406030204" pitchFamily="18" charset="0"/>
                <a:cs typeface="Arial" panose="020B0604020202090204"/>
              </a:rPr>
              <a:t>involved </a:t>
            </a:r>
            <a:r>
              <a:rPr sz="2400" spc="-120" dirty="0">
                <a:latin typeface="Cambria" panose="02040503050406030204" pitchFamily="18" charset="0"/>
                <a:ea typeface="Cambria" panose="02040503050406030204" pitchFamily="18" charset="0"/>
                <a:cs typeface="Arial" panose="020B0604020202090204"/>
              </a:rPr>
              <a:t>in  </a:t>
            </a:r>
            <a:r>
              <a:rPr sz="2400" spc="-65" dirty="0">
                <a:latin typeface="Cambria" panose="02040503050406030204" pitchFamily="18" charset="0"/>
                <a:ea typeface="Cambria" panose="02040503050406030204" pitchFamily="18" charset="0"/>
                <a:cs typeface="Arial" panose="020B0604020202090204"/>
              </a:rPr>
              <a:t>getting </a:t>
            </a:r>
            <a:r>
              <a:rPr sz="2400" spc="-10" dirty="0">
                <a:latin typeface="Cambria" panose="02040503050406030204" pitchFamily="18" charset="0"/>
                <a:ea typeface="Cambria" panose="02040503050406030204" pitchFamily="18" charset="0"/>
                <a:cs typeface="Arial" panose="020B0604020202090204"/>
              </a:rPr>
              <a:t>it </a:t>
            </a:r>
            <a:r>
              <a:rPr sz="2400" spc="-140" dirty="0">
                <a:latin typeface="Cambria" panose="02040503050406030204" pitchFamily="18" charset="0"/>
                <a:ea typeface="Cambria" panose="02040503050406030204" pitchFamily="18" charset="0"/>
                <a:cs typeface="Arial" panose="020B0604020202090204"/>
              </a:rPr>
              <a:t>accomplished </a:t>
            </a:r>
            <a:r>
              <a:rPr sz="2400" spc="-120" dirty="0">
                <a:latin typeface="Cambria" panose="02040503050406030204" pitchFamily="18" charset="0"/>
                <a:ea typeface="Cambria" panose="02040503050406030204" pitchFamily="18" charset="0"/>
                <a:cs typeface="Arial" panose="020B0604020202090204"/>
              </a:rPr>
              <a:t>in </a:t>
            </a:r>
            <a:r>
              <a:rPr sz="2400" spc="-80" dirty="0">
                <a:latin typeface="Cambria" panose="02040503050406030204" pitchFamily="18" charset="0"/>
                <a:ea typeface="Cambria" panose="02040503050406030204" pitchFamily="18" charset="0"/>
                <a:cs typeface="Arial" panose="020B0604020202090204"/>
              </a:rPr>
              <a:t>record </a:t>
            </a:r>
            <a:r>
              <a:rPr sz="2400" spc="-70" dirty="0">
                <a:latin typeface="Cambria" panose="02040503050406030204" pitchFamily="18" charset="0"/>
                <a:ea typeface="Cambria" panose="02040503050406030204" pitchFamily="18" charset="0"/>
                <a:cs typeface="Arial" panose="020B0604020202090204"/>
              </a:rPr>
              <a:t>breaking </a:t>
            </a:r>
            <a:r>
              <a:rPr sz="2400" spc="-125" dirty="0">
                <a:latin typeface="Cambria" panose="02040503050406030204" pitchFamily="18" charset="0"/>
                <a:ea typeface="Cambria" panose="02040503050406030204" pitchFamily="18" charset="0"/>
                <a:cs typeface="Arial" panose="020B0604020202090204"/>
              </a:rPr>
              <a:t>time </a:t>
            </a:r>
            <a:r>
              <a:rPr sz="2400" spc="-90" dirty="0">
                <a:latin typeface="Cambria" panose="02040503050406030204" pitchFamily="18" charset="0"/>
                <a:ea typeface="Cambria" panose="02040503050406030204" pitchFamily="18" charset="0"/>
                <a:cs typeface="Arial" panose="020B0604020202090204"/>
              </a:rPr>
              <a:t>and </a:t>
            </a:r>
            <a:r>
              <a:rPr sz="2400" spc="-125" dirty="0">
                <a:latin typeface="Cambria" panose="02040503050406030204" pitchFamily="18" charset="0"/>
                <a:ea typeface="Cambria" panose="02040503050406030204" pitchFamily="18" charset="0"/>
                <a:cs typeface="Arial" panose="020B0604020202090204"/>
              </a:rPr>
              <a:t>not </a:t>
            </a:r>
            <a:r>
              <a:rPr sz="2400" spc="-90" dirty="0">
                <a:latin typeface="Cambria" panose="02040503050406030204" pitchFamily="18" charset="0"/>
                <a:ea typeface="Cambria" panose="02040503050406030204" pitchFamily="18" charset="0"/>
                <a:cs typeface="Arial" panose="020B0604020202090204"/>
              </a:rPr>
              <a:t>only </a:t>
            </a:r>
            <a:r>
              <a:rPr sz="2400" spc="-125" dirty="0">
                <a:latin typeface="Cambria" panose="02040503050406030204" pitchFamily="18" charset="0"/>
                <a:ea typeface="Cambria" panose="02040503050406030204" pitchFamily="18" charset="0"/>
                <a:cs typeface="Arial" panose="020B0604020202090204"/>
              </a:rPr>
              <a:t>meeting  </a:t>
            </a:r>
            <a:r>
              <a:rPr sz="2400" spc="-100" dirty="0">
                <a:latin typeface="Cambria" panose="02040503050406030204" pitchFamily="18" charset="0"/>
                <a:ea typeface="Cambria" panose="02040503050406030204" pitchFamily="18" charset="0"/>
                <a:cs typeface="Arial" panose="020B0604020202090204"/>
              </a:rPr>
              <a:t>your </a:t>
            </a:r>
            <a:r>
              <a:rPr sz="2400" spc="-35" dirty="0">
                <a:latin typeface="Cambria" panose="02040503050406030204" pitchFamily="18" charset="0"/>
                <a:ea typeface="Cambria" panose="02040503050406030204" pitchFamily="18" charset="0"/>
                <a:cs typeface="Arial" panose="020B0604020202090204"/>
              </a:rPr>
              <a:t>goal </a:t>
            </a:r>
            <a:r>
              <a:rPr sz="2400" spc="-90" dirty="0">
                <a:latin typeface="Cambria" panose="02040503050406030204" pitchFamily="18" charset="0"/>
                <a:ea typeface="Cambria" panose="02040503050406030204" pitchFamily="18" charset="0"/>
                <a:cs typeface="Arial" panose="020B0604020202090204"/>
              </a:rPr>
              <a:t>but </a:t>
            </a:r>
            <a:r>
              <a:rPr sz="2400" spc="-155" dirty="0">
                <a:latin typeface="Cambria" panose="02040503050406030204" pitchFamily="18" charset="0"/>
                <a:ea typeface="Cambria" panose="02040503050406030204" pitchFamily="18" charset="0"/>
                <a:cs typeface="Arial" panose="020B0604020202090204"/>
              </a:rPr>
              <a:t>surpassing</a:t>
            </a:r>
            <a:r>
              <a:rPr sz="2400" spc="105" dirty="0">
                <a:latin typeface="Cambria" panose="02040503050406030204" pitchFamily="18" charset="0"/>
                <a:ea typeface="Cambria" panose="02040503050406030204" pitchFamily="18" charset="0"/>
                <a:cs typeface="Arial" panose="020B0604020202090204"/>
              </a:rPr>
              <a:t> </a:t>
            </a:r>
            <a:r>
              <a:rPr sz="2400" spc="-50" dirty="0">
                <a:latin typeface="Cambria" panose="02040503050406030204" pitchFamily="18" charset="0"/>
                <a:ea typeface="Cambria" panose="02040503050406030204" pitchFamily="18" charset="0"/>
                <a:cs typeface="Arial" panose="020B0604020202090204"/>
              </a:rPr>
              <a:t>it!</a:t>
            </a:r>
            <a:endParaRPr sz="2400" dirty="0">
              <a:latin typeface="Cambria" panose="02040503050406030204" pitchFamily="18" charset="0"/>
              <a:ea typeface="Cambria" panose="02040503050406030204" pitchFamily="18" charset="0"/>
              <a:cs typeface="Arial" panose="020B0604020202090204"/>
            </a:endParaRPr>
          </a:p>
          <a:p>
            <a:pPr marL="104140" marR="6350" algn="just">
              <a:lnSpc>
                <a:spcPct val="90000"/>
              </a:lnSpc>
            </a:pPr>
            <a:endParaRPr lang="en-US" sz="2400" dirty="0">
              <a:latin typeface="Cambria" panose="02040503050406030204" pitchFamily="18" charset="0"/>
              <a:ea typeface="Cambria" panose="02040503050406030204" pitchFamily="18" charset="0"/>
              <a:cs typeface="Arial" panose="020B0604020202090204"/>
            </a:endParaRPr>
          </a:p>
          <a:p>
            <a:pPr marL="104140" marR="6350" algn="just">
              <a:lnSpc>
                <a:spcPct val="90000"/>
              </a:lnSpc>
            </a:pPr>
            <a:r>
              <a:rPr sz="2400" spc="-150" dirty="0">
                <a:latin typeface="Cambria" panose="02040503050406030204" pitchFamily="18" charset="0"/>
                <a:ea typeface="Cambria" panose="02040503050406030204" pitchFamily="18" charset="0"/>
                <a:cs typeface="Arial" panose="020B0604020202090204"/>
              </a:rPr>
              <a:t>I'm </a:t>
            </a:r>
            <a:r>
              <a:rPr sz="2400" spc="-225" dirty="0">
                <a:latin typeface="Cambria" panose="02040503050406030204" pitchFamily="18" charset="0"/>
                <a:ea typeface="Cambria" panose="02040503050406030204" pitchFamily="18" charset="0"/>
                <a:cs typeface="Arial" panose="020B0604020202090204"/>
              </a:rPr>
              <a:t>so </a:t>
            </a:r>
            <a:r>
              <a:rPr sz="2400" spc="-85" dirty="0">
                <a:latin typeface="Cambria" panose="02040503050406030204" pitchFamily="18" charset="0"/>
                <a:ea typeface="Cambria" panose="02040503050406030204" pitchFamily="18" charset="0"/>
                <a:cs typeface="Arial" panose="020B0604020202090204"/>
              </a:rPr>
              <a:t>proud </a:t>
            </a:r>
            <a:r>
              <a:rPr sz="2400" spc="-5" dirty="0">
                <a:latin typeface="Cambria" panose="02040503050406030204" pitchFamily="18" charset="0"/>
                <a:ea typeface="Cambria" panose="02040503050406030204" pitchFamily="18" charset="0"/>
                <a:cs typeface="Arial" panose="020B0604020202090204"/>
              </a:rPr>
              <a:t>of </a:t>
            </a:r>
            <a:r>
              <a:rPr sz="2400" spc="-140" dirty="0">
                <a:latin typeface="Cambria" panose="02040503050406030204" pitchFamily="18" charset="0"/>
                <a:ea typeface="Cambria" panose="02040503050406030204" pitchFamily="18" charset="0"/>
                <a:cs typeface="Arial" panose="020B0604020202090204"/>
              </a:rPr>
              <a:t>you </a:t>
            </a:r>
            <a:r>
              <a:rPr sz="2400" spc="-15" dirty="0">
                <a:latin typeface="Cambria" panose="02040503050406030204" pitchFamily="18" charset="0"/>
                <a:ea typeface="Cambria" panose="02040503050406030204" pitchFamily="18" charset="0"/>
                <a:cs typeface="Arial" panose="020B0604020202090204"/>
              </a:rPr>
              <a:t>for </a:t>
            </a:r>
            <a:r>
              <a:rPr sz="2400" spc="-110" dirty="0">
                <a:latin typeface="Cambria" panose="02040503050406030204" pitchFamily="18" charset="0"/>
                <a:ea typeface="Cambria" panose="02040503050406030204" pitchFamily="18" charset="0"/>
                <a:cs typeface="Arial" panose="020B0604020202090204"/>
              </a:rPr>
              <a:t>setting </a:t>
            </a:r>
            <a:r>
              <a:rPr sz="2400" spc="-105" dirty="0">
                <a:latin typeface="Cambria" panose="02040503050406030204" pitchFamily="18" charset="0"/>
                <a:ea typeface="Cambria" panose="02040503050406030204" pitchFamily="18" charset="0"/>
                <a:cs typeface="Arial" panose="020B0604020202090204"/>
              </a:rPr>
              <a:t>your </a:t>
            </a:r>
            <a:r>
              <a:rPr sz="2400" spc="-160" dirty="0">
                <a:latin typeface="Cambria" panose="02040503050406030204" pitchFamily="18" charset="0"/>
                <a:ea typeface="Cambria" panose="02040503050406030204" pitchFamily="18" charset="0"/>
                <a:cs typeface="Arial" panose="020B0604020202090204"/>
              </a:rPr>
              <a:t>sights </a:t>
            </a:r>
            <a:r>
              <a:rPr sz="2400" spc="-120" dirty="0">
                <a:latin typeface="Cambria" panose="02040503050406030204" pitchFamily="18" charset="0"/>
                <a:ea typeface="Cambria" panose="02040503050406030204" pitchFamily="18" charset="0"/>
                <a:cs typeface="Arial" panose="020B0604020202090204"/>
              </a:rPr>
              <a:t>high, </a:t>
            </a:r>
            <a:r>
              <a:rPr sz="2400" spc="-90" dirty="0">
                <a:latin typeface="Cambria" panose="02040503050406030204" pitchFamily="18" charset="0"/>
                <a:ea typeface="Cambria" panose="02040503050406030204" pitchFamily="18" charset="0"/>
                <a:cs typeface="Arial" panose="020B0604020202090204"/>
              </a:rPr>
              <a:t>and </a:t>
            </a:r>
            <a:r>
              <a:rPr sz="2400" spc="-120" dirty="0">
                <a:latin typeface="Cambria" panose="02040503050406030204" pitchFamily="18" charset="0"/>
                <a:ea typeface="Cambria" panose="02040503050406030204" pitchFamily="18" charset="0"/>
                <a:cs typeface="Arial" panose="020B0604020202090204"/>
              </a:rPr>
              <a:t>making </a:t>
            </a:r>
            <a:r>
              <a:rPr sz="2400" spc="-80" dirty="0">
                <a:latin typeface="Cambria" panose="02040503050406030204" pitchFamily="18" charset="0"/>
                <a:ea typeface="Cambria" panose="02040503050406030204" pitchFamily="18" charset="0"/>
                <a:cs typeface="Arial" panose="020B0604020202090204"/>
              </a:rPr>
              <a:t>every  </a:t>
            </a:r>
            <a:r>
              <a:rPr sz="2400" spc="-5" dirty="0">
                <a:latin typeface="Cambria" panose="02040503050406030204" pitchFamily="18" charset="0"/>
                <a:ea typeface="Cambria" panose="02040503050406030204" pitchFamily="18" charset="0"/>
                <a:cs typeface="Arial" panose="020B0604020202090204"/>
              </a:rPr>
              <a:t>effort </a:t>
            </a:r>
            <a:r>
              <a:rPr sz="2400" spc="-75" dirty="0">
                <a:latin typeface="Cambria" panose="02040503050406030204" pitchFamily="18" charset="0"/>
                <a:ea typeface="Cambria" panose="02040503050406030204" pitchFamily="18" charset="0"/>
                <a:cs typeface="Arial" panose="020B0604020202090204"/>
              </a:rPr>
              <a:t>to </a:t>
            </a:r>
            <a:r>
              <a:rPr sz="2400" spc="-114" dirty="0">
                <a:latin typeface="Cambria" panose="02040503050406030204" pitchFamily="18" charset="0"/>
                <a:ea typeface="Cambria" panose="02040503050406030204" pitchFamily="18" charset="0"/>
                <a:cs typeface="Arial" panose="020B0604020202090204"/>
              </a:rPr>
              <a:t>achieve </a:t>
            </a:r>
            <a:r>
              <a:rPr sz="2400" spc="-70" dirty="0">
                <a:latin typeface="Cambria" panose="02040503050406030204" pitchFamily="18" charset="0"/>
                <a:ea typeface="Cambria" panose="02040503050406030204" pitchFamily="18" charset="0"/>
                <a:cs typeface="Arial" panose="020B0604020202090204"/>
              </a:rPr>
              <a:t>that </a:t>
            </a:r>
            <a:r>
              <a:rPr sz="2400" spc="-55" dirty="0">
                <a:latin typeface="Cambria" panose="02040503050406030204" pitchFamily="18" charset="0"/>
                <a:ea typeface="Cambria" panose="02040503050406030204" pitchFamily="18" charset="0"/>
                <a:cs typeface="Arial" panose="020B0604020202090204"/>
              </a:rPr>
              <a:t>goal. </a:t>
            </a:r>
            <a:r>
              <a:rPr sz="2400" spc="-250" dirty="0">
                <a:latin typeface="Cambria" panose="02040503050406030204" pitchFamily="18" charset="0"/>
                <a:ea typeface="Cambria" panose="02040503050406030204" pitchFamily="18" charset="0"/>
                <a:cs typeface="Arial" panose="020B0604020202090204"/>
              </a:rPr>
              <a:t>You </a:t>
            </a:r>
            <a:r>
              <a:rPr sz="2400" spc="-90" dirty="0">
                <a:latin typeface="Cambria" panose="02040503050406030204" pitchFamily="18" charset="0"/>
                <a:ea typeface="Cambria" panose="02040503050406030204" pitchFamily="18" charset="0"/>
                <a:cs typeface="Arial" panose="020B0604020202090204"/>
              </a:rPr>
              <a:t>worked </a:t>
            </a:r>
            <a:r>
              <a:rPr sz="2400" spc="-70" dirty="0">
                <a:latin typeface="Cambria" panose="02040503050406030204" pitchFamily="18" charset="0"/>
                <a:ea typeface="Cambria" panose="02040503050406030204" pitchFamily="18" charset="0"/>
                <a:cs typeface="Arial" panose="020B0604020202090204"/>
              </a:rPr>
              <a:t>hard </a:t>
            </a:r>
            <a:r>
              <a:rPr sz="2400" spc="-85" dirty="0">
                <a:latin typeface="Cambria" panose="02040503050406030204" pitchFamily="18" charset="0"/>
                <a:ea typeface="Cambria" panose="02040503050406030204" pitchFamily="18" charset="0"/>
                <a:cs typeface="Arial" panose="020B0604020202090204"/>
              </a:rPr>
              <a:t>and </a:t>
            </a:r>
            <a:r>
              <a:rPr sz="2400" spc="-80" dirty="0">
                <a:latin typeface="Cambria" panose="02040503050406030204" pitchFamily="18" charset="0"/>
                <a:ea typeface="Cambria" panose="02040503050406030204" pitchFamily="18" charset="0"/>
                <a:cs typeface="Arial" panose="020B0604020202090204"/>
              </a:rPr>
              <a:t>proved </a:t>
            </a:r>
            <a:r>
              <a:rPr sz="2400" spc="-65" dirty="0">
                <a:latin typeface="Cambria" panose="02040503050406030204" pitchFamily="18" charset="0"/>
                <a:ea typeface="Cambria" panose="02040503050406030204" pitchFamily="18" charset="0"/>
                <a:cs typeface="Arial" panose="020B0604020202090204"/>
              </a:rPr>
              <a:t>to </a:t>
            </a:r>
            <a:r>
              <a:rPr sz="2400" spc="-95" dirty="0">
                <a:latin typeface="Cambria" panose="02040503050406030204" pitchFamily="18" charset="0"/>
                <a:ea typeface="Cambria" panose="02040503050406030204" pitchFamily="18" charset="0"/>
                <a:cs typeface="Arial" panose="020B0604020202090204"/>
              </a:rPr>
              <a:t>yourself  </a:t>
            </a:r>
            <a:r>
              <a:rPr sz="2400" spc="-90" dirty="0">
                <a:latin typeface="Cambria" panose="02040503050406030204" pitchFamily="18" charset="0"/>
                <a:ea typeface="Cambria" panose="02040503050406030204" pitchFamily="18" charset="0"/>
                <a:cs typeface="Arial" panose="020B0604020202090204"/>
              </a:rPr>
              <a:t>and </a:t>
            </a:r>
            <a:r>
              <a:rPr sz="2400" spc="-114" dirty="0">
                <a:latin typeface="Cambria" panose="02040503050406030204" pitchFamily="18" charset="0"/>
                <a:ea typeface="Cambria" panose="02040503050406030204" pitchFamily="18" charset="0"/>
                <a:cs typeface="Arial" panose="020B0604020202090204"/>
              </a:rPr>
              <a:t>everyone </a:t>
            </a:r>
            <a:r>
              <a:rPr sz="2400" spc="-95" dirty="0">
                <a:latin typeface="Cambria" panose="02040503050406030204" pitchFamily="18" charset="0"/>
                <a:ea typeface="Cambria" panose="02040503050406030204" pitchFamily="18" charset="0"/>
                <a:cs typeface="Arial" panose="020B0604020202090204"/>
              </a:rPr>
              <a:t>what </a:t>
            </a:r>
            <a:r>
              <a:rPr sz="2400" spc="-135" dirty="0">
                <a:latin typeface="Cambria" panose="02040503050406030204" pitchFamily="18" charset="0"/>
                <a:ea typeface="Cambria" panose="02040503050406030204" pitchFamily="18" charset="0"/>
                <a:cs typeface="Arial" panose="020B0604020202090204"/>
              </a:rPr>
              <a:t>you </a:t>
            </a:r>
            <a:r>
              <a:rPr sz="2400" spc="-40" dirty="0">
                <a:latin typeface="Cambria" panose="02040503050406030204" pitchFamily="18" charset="0"/>
                <a:ea typeface="Cambria" panose="02040503050406030204" pitchFamily="18" charset="0"/>
                <a:cs typeface="Arial" panose="020B0604020202090204"/>
              </a:rPr>
              <a:t>are </a:t>
            </a:r>
            <a:r>
              <a:rPr sz="2400" spc="-55" dirty="0">
                <a:latin typeface="Cambria" panose="02040503050406030204" pitchFamily="18" charset="0"/>
                <a:ea typeface="Cambria" panose="02040503050406030204" pitchFamily="18" charset="0"/>
                <a:cs typeface="Arial" panose="020B0604020202090204"/>
              </a:rPr>
              <a:t>capable</a:t>
            </a:r>
            <a:r>
              <a:rPr lang="en-US" sz="2400" spc="325" dirty="0">
                <a:latin typeface="Cambria" panose="02040503050406030204" pitchFamily="18" charset="0"/>
                <a:ea typeface="Cambria" panose="02040503050406030204" pitchFamily="18" charset="0"/>
                <a:cs typeface="Arial" panose="020B0604020202090204"/>
              </a:rPr>
              <a:t> </a:t>
            </a:r>
            <a:r>
              <a:rPr sz="2400" spc="-65" dirty="0">
                <a:latin typeface="Cambria" panose="02040503050406030204" pitchFamily="18" charset="0"/>
                <a:ea typeface="Cambria" panose="02040503050406030204" pitchFamily="18" charset="0"/>
                <a:cs typeface="Arial" panose="020B0604020202090204"/>
              </a:rPr>
              <a:t>of.</a:t>
            </a:r>
            <a:endParaRPr sz="2400" dirty="0">
              <a:latin typeface="Cambria" panose="02040503050406030204" pitchFamily="18" charset="0"/>
              <a:ea typeface="Cambria" panose="02040503050406030204" pitchFamily="18" charset="0"/>
              <a:cs typeface="Arial" panose="020B0604020202090204"/>
            </a:endParaRPr>
          </a:p>
          <a:p>
            <a:pPr>
              <a:lnSpc>
                <a:spcPct val="100000"/>
              </a:lnSpc>
            </a:pPr>
            <a:endParaRPr sz="2400" dirty="0">
              <a:latin typeface="Cambria" panose="02040503050406030204" pitchFamily="18" charset="0"/>
              <a:ea typeface="Cambria" panose="02040503050406030204" pitchFamily="18" charset="0"/>
              <a:cs typeface="Arial" panose="020B0604020202090204"/>
            </a:endParaRPr>
          </a:p>
          <a:p>
            <a:pPr marL="104140">
              <a:lnSpc>
                <a:spcPct val="100000"/>
              </a:lnSpc>
            </a:pPr>
            <a:r>
              <a:rPr lang="en-US" sz="2400" spc="-195" dirty="0">
                <a:latin typeface="Cambria" panose="02040503050406030204" pitchFamily="18" charset="0"/>
                <a:ea typeface="Cambria" panose="02040503050406030204" pitchFamily="18" charset="0"/>
                <a:cs typeface="Arial" panose="020B0604020202090204"/>
              </a:rPr>
              <a:t>I’ll send you a lunch invitation soon to celebrate this good news! </a:t>
            </a:r>
            <a:r>
              <a:rPr sz="2400" spc="-195" dirty="0">
                <a:latin typeface="Cambria" panose="02040503050406030204" pitchFamily="18" charset="0"/>
                <a:ea typeface="Cambria" panose="02040503050406030204" pitchFamily="18" charset="0"/>
                <a:cs typeface="Arial" panose="020B0604020202090204"/>
              </a:rPr>
              <a:t>Best </a:t>
            </a:r>
            <a:r>
              <a:rPr sz="2400" spc="-190" dirty="0">
                <a:latin typeface="Cambria" panose="02040503050406030204" pitchFamily="18" charset="0"/>
                <a:ea typeface="Cambria" panose="02040503050406030204" pitchFamily="18" charset="0"/>
                <a:cs typeface="Arial" panose="020B0604020202090204"/>
              </a:rPr>
              <a:t>wishes </a:t>
            </a:r>
            <a:r>
              <a:rPr sz="2400" spc="-15" dirty="0">
                <a:latin typeface="Cambria" panose="02040503050406030204" pitchFamily="18" charset="0"/>
                <a:ea typeface="Cambria" panose="02040503050406030204" pitchFamily="18" charset="0"/>
                <a:cs typeface="Arial" panose="020B0604020202090204"/>
              </a:rPr>
              <a:t>for </a:t>
            </a:r>
            <a:r>
              <a:rPr sz="2400" spc="-135" dirty="0">
                <a:latin typeface="Cambria" panose="02040503050406030204" pitchFamily="18" charset="0"/>
                <a:ea typeface="Cambria" panose="02040503050406030204" pitchFamily="18" charset="0"/>
                <a:cs typeface="Arial" panose="020B0604020202090204"/>
              </a:rPr>
              <a:t>continued</a:t>
            </a:r>
            <a:r>
              <a:rPr sz="2400" spc="275" dirty="0">
                <a:latin typeface="Cambria" panose="02040503050406030204" pitchFamily="18" charset="0"/>
                <a:ea typeface="Cambria" panose="02040503050406030204" pitchFamily="18" charset="0"/>
                <a:cs typeface="Arial" panose="020B0604020202090204"/>
              </a:rPr>
              <a:t> </a:t>
            </a:r>
            <a:r>
              <a:rPr sz="2400" spc="-245" dirty="0">
                <a:latin typeface="Cambria" panose="02040503050406030204" pitchFamily="18" charset="0"/>
                <a:ea typeface="Cambria" panose="02040503050406030204" pitchFamily="18" charset="0"/>
                <a:cs typeface="Arial" panose="020B0604020202090204"/>
              </a:rPr>
              <a:t>success.</a:t>
            </a:r>
            <a:r>
              <a:rPr lang="en-US" sz="2400" spc="-245" dirty="0">
                <a:latin typeface="Cambria" panose="02040503050406030204" pitchFamily="18" charset="0"/>
                <a:ea typeface="Cambria" panose="02040503050406030204" pitchFamily="18" charset="0"/>
                <a:cs typeface="Arial" panose="020B0604020202090204"/>
              </a:rPr>
              <a:t> </a:t>
            </a:r>
            <a:endParaRPr sz="2400" dirty="0">
              <a:latin typeface="Cambria" panose="02040503050406030204" pitchFamily="18" charset="0"/>
              <a:ea typeface="Cambria" panose="02040503050406030204" pitchFamily="18" charset="0"/>
              <a:cs typeface="Arial" panose="020B060402020209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5800" y="1524000"/>
            <a:ext cx="7127875" cy="4991110"/>
          </a:xfrm>
          <a:prstGeom prst="rect">
            <a:avLst/>
          </a:prstGeom>
        </p:spPr>
        <p:txBody>
          <a:bodyPr vert="horz" wrap="square" lIns="0" tIns="160020" rIns="0" bIns="0" rtlCol="0">
            <a:spAutoFit/>
          </a:bodyPr>
          <a:lstStyle/>
          <a:p>
            <a:pPr marL="104140">
              <a:lnSpc>
                <a:spcPct val="100000"/>
              </a:lnSpc>
              <a:spcBef>
                <a:spcPts val="1260"/>
              </a:spcBef>
            </a:pPr>
            <a:r>
              <a:rPr sz="2400" spc="-90" dirty="0">
                <a:latin typeface="Cambria" panose="02040503050406030204" pitchFamily="18" charset="0"/>
                <a:ea typeface="Cambria" panose="02040503050406030204" pitchFamily="18" charset="0"/>
                <a:cs typeface="Arial" panose="020B0604020202090204"/>
              </a:rPr>
              <a:t>Dear</a:t>
            </a:r>
            <a:r>
              <a:rPr sz="2400" spc="-30" dirty="0">
                <a:latin typeface="Cambria" panose="02040503050406030204" pitchFamily="18" charset="0"/>
                <a:ea typeface="Cambria" panose="02040503050406030204" pitchFamily="18" charset="0"/>
                <a:cs typeface="Arial" panose="020B0604020202090204"/>
              </a:rPr>
              <a:t> </a:t>
            </a:r>
            <a:r>
              <a:rPr sz="2400" spc="-170" dirty="0">
                <a:latin typeface="Cambria" panose="02040503050406030204" pitchFamily="18" charset="0"/>
                <a:ea typeface="Cambria" panose="02040503050406030204" pitchFamily="18" charset="0"/>
                <a:cs typeface="Arial" panose="020B0604020202090204"/>
              </a:rPr>
              <a:t>Chan,</a:t>
            </a:r>
            <a:endParaRPr lang="en-US" sz="2400" dirty="0">
              <a:latin typeface="Cambria" panose="02040503050406030204" pitchFamily="18" charset="0"/>
              <a:ea typeface="Cambria" panose="02040503050406030204" pitchFamily="18" charset="0"/>
              <a:cs typeface="Arial" panose="020B0604020202090204"/>
            </a:endParaRPr>
          </a:p>
          <a:p>
            <a:pPr marL="104140">
              <a:lnSpc>
                <a:spcPct val="100000"/>
              </a:lnSpc>
              <a:spcBef>
                <a:spcPts val="1260"/>
              </a:spcBef>
            </a:pPr>
            <a:r>
              <a:rPr sz="2400" spc="-135" dirty="0">
                <a:latin typeface="Cambria" panose="02040503050406030204" pitchFamily="18" charset="0"/>
                <a:ea typeface="Cambria" panose="02040503050406030204" pitchFamily="18" charset="0"/>
                <a:cs typeface="Arial" panose="020B0604020202090204"/>
              </a:rPr>
              <a:t>Subject: </a:t>
            </a:r>
            <a:r>
              <a:rPr sz="2400" u="heavy" spc="-105" dirty="0">
                <a:uFill>
                  <a:solidFill>
                    <a:srgbClr val="000000"/>
                  </a:solidFill>
                </a:uFill>
                <a:latin typeface="Cambria" panose="02040503050406030204" pitchFamily="18" charset="0"/>
                <a:ea typeface="Cambria" panose="02040503050406030204" pitchFamily="18" charset="0"/>
                <a:cs typeface="Arial" panose="020B0604020202090204"/>
              </a:rPr>
              <a:t>Congratulations </a:t>
            </a:r>
            <a:r>
              <a:rPr sz="2400" u="heavy" spc="-175" dirty="0">
                <a:uFill>
                  <a:solidFill>
                    <a:srgbClr val="000000"/>
                  </a:solidFill>
                </a:uFill>
                <a:latin typeface="Cambria" panose="02040503050406030204" pitchFamily="18" charset="0"/>
                <a:ea typeface="Cambria" panose="02040503050406030204" pitchFamily="18" charset="0"/>
                <a:cs typeface="Arial" panose="020B0604020202090204"/>
              </a:rPr>
              <a:t>on </a:t>
            </a:r>
            <a:r>
              <a:rPr sz="2400" u="heavy" spc="-100" dirty="0">
                <a:uFill>
                  <a:solidFill>
                    <a:srgbClr val="000000"/>
                  </a:solidFill>
                </a:uFill>
                <a:latin typeface="Cambria" panose="02040503050406030204" pitchFamily="18" charset="0"/>
                <a:ea typeface="Cambria" panose="02040503050406030204" pitchFamily="18" charset="0"/>
                <a:cs typeface="Arial" panose="020B0604020202090204"/>
              </a:rPr>
              <a:t>your</a:t>
            </a:r>
            <a:r>
              <a:rPr sz="2400" u="heavy" spc="-95" dirty="0">
                <a:uFill>
                  <a:solidFill>
                    <a:srgbClr val="000000"/>
                  </a:solidFill>
                </a:uFill>
                <a:latin typeface="Cambria" panose="02040503050406030204" pitchFamily="18" charset="0"/>
                <a:ea typeface="Cambria" panose="02040503050406030204" pitchFamily="18" charset="0"/>
                <a:cs typeface="Arial" panose="020B0604020202090204"/>
              </a:rPr>
              <a:t> </a:t>
            </a:r>
            <a:r>
              <a:rPr sz="2400" u="heavy" spc="-145" dirty="0">
                <a:uFill>
                  <a:solidFill>
                    <a:srgbClr val="000000"/>
                  </a:solidFill>
                </a:uFill>
                <a:latin typeface="Cambria" panose="02040503050406030204" pitchFamily="18" charset="0"/>
                <a:ea typeface="Cambria" panose="02040503050406030204" pitchFamily="18" charset="0"/>
                <a:cs typeface="Arial" panose="020B0604020202090204"/>
              </a:rPr>
              <a:t>Achievement</a:t>
            </a:r>
            <a:endParaRPr sz="2400" dirty="0">
              <a:latin typeface="Cambria" panose="02040503050406030204" pitchFamily="18" charset="0"/>
              <a:ea typeface="Cambria" panose="02040503050406030204" pitchFamily="18" charset="0"/>
              <a:cs typeface="Arial" panose="020B0604020202090204"/>
            </a:endParaRPr>
          </a:p>
          <a:p>
            <a:pPr marL="12700" marR="5080">
              <a:lnSpc>
                <a:spcPts val="2160"/>
              </a:lnSpc>
              <a:spcBef>
                <a:spcPts val="1440"/>
              </a:spcBef>
            </a:pPr>
            <a:r>
              <a:rPr sz="2400" spc="-110" dirty="0">
                <a:latin typeface="Cambria" panose="02040503050406030204" pitchFamily="18" charset="0"/>
                <a:ea typeface="Cambria" panose="02040503050406030204" pitchFamily="18" charset="0"/>
                <a:cs typeface="Arial" panose="020B0604020202090204"/>
              </a:rPr>
              <a:t>Congratulations </a:t>
            </a:r>
            <a:r>
              <a:rPr sz="2400" spc="-175" dirty="0">
                <a:latin typeface="Cambria" panose="02040503050406030204" pitchFamily="18" charset="0"/>
                <a:ea typeface="Cambria" panose="02040503050406030204" pitchFamily="18" charset="0"/>
                <a:cs typeface="Arial" panose="020B0604020202090204"/>
              </a:rPr>
              <a:t>on </a:t>
            </a:r>
            <a:r>
              <a:rPr sz="2400" spc="-105" dirty="0">
                <a:latin typeface="Cambria" panose="02040503050406030204" pitchFamily="18" charset="0"/>
                <a:ea typeface="Cambria" panose="02040503050406030204" pitchFamily="18" charset="0"/>
                <a:cs typeface="Arial" panose="020B0604020202090204"/>
              </a:rPr>
              <a:t>completing </a:t>
            </a:r>
            <a:r>
              <a:rPr sz="2400" spc="-120" dirty="0">
                <a:latin typeface="Cambria" panose="02040503050406030204" pitchFamily="18" charset="0"/>
                <a:ea typeface="Cambria" panose="02040503050406030204" pitchFamily="18" charset="0"/>
                <a:cs typeface="Arial" panose="020B0604020202090204"/>
              </a:rPr>
              <a:t>the </a:t>
            </a:r>
            <a:r>
              <a:rPr sz="2400" spc="-125" dirty="0">
                <a:latin typeface="Cambria" panose="02040503050406030204" pitchFamily="18" charset="0"/>
                <a:ea typeface="Cambria" panose="02040503050406030204" pitchFamily="18" charset="0"/>
                <a:cs typeface="Arial" panose="020B0604020202090204"/>
              </a:rPr>
              <a:t>requirements </a:t>
            </a:r>
            <a:r>
              <a:rPr sz="2400" spc="-15" dirty="0">
                <a:latin typeface="Cambria" panose="02040503050406030204" pitchFamily="18" charset="0"/>
                <a:ea typeface="Cambria" panose="02040503050406030204" pitchFamily="18" charset="0"/>
                <a:cs typeface="Arial" panose="020B0604020202090204"/>
              </a:rPr>
              <a:t>for </a:t>
            </a:r>
            <a:r>
              <a:rPr sz="2400" spc="-100" dirty="0">
                <a:latin typeface="Cambria" panose="02040503050406030204" pitchFamily="18" charset="0"/>
                <a:ea typeface="Cambria" panose="02040503050406030204" pitchFamily="18" charset="0"/>
                <a:cs typeface="Arial" panose="020B0604020202090204"/>
              </a:rPr>
              <a:t>your </a:t>
            </a:r>
            <a:r>
              <a:rPr sz="2400" spc="-70" dirty="0">
                <a:latin typeface="Cambria" panose="02040503050406030204" pitchFamily="18" charset="0"/>
                <a:ea typeface="Cambria" panose="02040503050406030204" pitchFamily="18" charset="0"/>
                <a:cs typeface="Arial" panose="020B0604020202090204"/>
              </a:rPr>
              <a:t>Certification.  </a:t>
            </a:r>
            <a:r>
              <a:rPr sz="2400" spc="-120" dirty="0">
                <a:latin typeface="Cambria" panose="02040503050406030204" pitchFamily="18" charset="0"/>
                <a:ea typeface="Cambria" panose="02040503050406030204" pitchFamily="18" charset="0"/>
                <a:cs typeface="Arial" panose="020B0604020202090204"/>
              </a:rPr>
              <a:t>Doing </a:t>
            </a:r>
            <a:r>
              <a:rPr sz="2400" spc="-10" dirty="0">
                <a:latin typeface="Cambria" panose="02040503050406030204" pitchFamily="18" charset="0"/>
                <a:ea typeface="Cambria" panose="02040503050406030204" pitchFamily="18" charset="0"/>
                <a:cs typeface="Arial" panose="020B0604020202090204"/>
              </a:rPr>
              <a:t>all </a:t>
            </a:r>
            <a:r>
              <a:rPr sz="2400" spc="-70" dirty="0">
                <a:latin typeface="Cambria" panose="02040503050406030204" pitchFamily="18" charset="0"/>
                <a:ea typeface="Cambria" panose="02040503050406030204" pitchFamily="18" charset="0"/>
                <a:cs typeface="Arial" panose="020B0604020202090204"/>
              </a:rPr>
              <a:t>that </a:t>
            </a:r>
            <a:r>
              <a:rPr sz="2400" spc="-45" dirty="0">
                <a:latin typeface="Cambria" panose="02040503050406030204" pitchFamily="18" charset="0"/>
                <a:ea typeface="Cambria" panose="02040503050406030204" pitchFamily="18" charset="0"/>
                <a:cs typeface="Arial" panose="020B0604020202090204"/>
              </a:rPr>
              <a:t>extra </a:t>
            </a:r>
            <a:r>
              <a:rPr sz="2400" spc="-90" dirty="0">
                <a:latin typeface="Cambria" panose="02040503050406030204" pitchFamily="18" charset="0"/>
                <a:ea typeface="Cambria" panose="02040503050406030204" pitchFamily="18" charset="0"/>
                <a:cs typeface="Arial" panose="020B0604020202090204"/>
              </a:rPr>
              <a:t>work </a:t>
            </a:r>
            <a:r>
              <a:rPr sz="2400" spc="-95" dirty="0">
                <a:latin typeface="Cambria" panose="02040503050406030204" pitchFamily="18" charset="0"/>
                <a:ea typeface="Cambria" panose="02040503050406030204" pitchFamily="18" charset="0"/>
                <a:cs typeface="Arial" panose="020B0604020202090204"/>
              </a:rPr>
              <a:t>while </a:t>
            </a:r>
            <a:r>
              <a:rPr sz="2400" spc="-135" dirty="0">
                <a:latin typeface="Cambria" panose="02040503050406030204" pitchFamily="18" charset="0"/>
                <a:ea typeface="Cambria" panose="02040503050406030204" pitchFamily="18" charset="0"/>
                <a:cs typeface="Arial" panose="020B0604020202090204"/>
              </a:rPr>
              <a:t>continuing </a:t>
            </a:r>
            <a:r>
              <a:rPr sz="2400" spc="-125" dirty="0">
                <a:latin typeface="Cambria" panose="02040503050406030204" pitchFamily="18" charset="0"/>
                <a:ea typeface="Cambria" panose="02040503050406030204" pitchFamily="18" charset="0"/>
                <a:cs typeface="Arial" panose="020B0604020202090204"/>
              </a:rPr>
              <a:t>in </a:t>
            </a:r>
            <a:r>
              <a:rPr sz="2400" spc="-100" dirty="0">
                <a:latin typeface="Cambria" panose="02040503050406030204" pitchFamily="18" charset="0"/>
                <a:ea typeface="Cambria" panose="02040503050406030204" pitchFamily="18" charset="0"/>
                <a:cs typeface="Arial" panose="020B0604020202090204"/>
              </a:rPr>
              <a:t>your </a:t>
            </a:r>
            <a:r>
              <a:rPr sz="2400" spc="-65" dirty="0">
                <a:latin typeface="Cambria" panose="02040503050406030204" pitchFamily="18" charset="0"/>
                <a:ea typeface="Cambria" panose="02040503050406030204" pitchFamily="18" charset="0"/>
                <a:cs typeface="Arial" panose="020B0604020202090204"/>
              </a:rPr>
              <a:t>full-time </a:t>
            </a:r>
            <a:r>
              <a:rPr sz="2400" spc="-105" dirty="0">
                <a:latin typeface="Cambria" panose="02040503050406030204" pitchFamily="18" charset="0"/>
                <a:ea typeface="Cambria" panose="02040503050406030204" pitchFamily="18" charset="0"/>
                <a:cs typeface="Arial" panose="020B0604020202090204"/>
              </a:rPr>
              <a:t>position </a:t>
            </a:r>
            <a:r>
              <a:rPr sz="2400" spc="-180" dirty="0">
                <a:latin typeface="Cambria" panose="02040503050406030204" pitchFamily="18" charset="0"/>
                <a:ea typeface="Cambria" panose="02040503050406030204" pitchFamily="18" charset="0"/>
                <a:cs typeface="Arial" panose="020B0604020202090204"/>
              </a:rPr>
              <a:t>was  </a:t>
            </a:r>
            <a:r>
              <a:rPr sz="2400" spc="-85" dirty="0">
                <a:latin typeface="Cambria" panose="02040503050406030204" pitchFamily="18" charset="0"/>
                <a:ea typeface="Cambria" panose="02040503050406030204" pitchFamily="18" charset="0"/>
                <a:cs typeface="Arial" panose="020B0604020202090204"/>
              </a:rPr>
              <a:t>extremely </a:t>
            </a:r>
            <a:r>
              <a:rPr sz="2400" spc="-120" dirty="0">
                <a:latin typeface="Cambria" panose="02040503050406030204" pitchFamily="18" charset="0"/>
                <a:ea typeface="Cambria" panose="02040503050406030204" pitchFamily="18" charset="0"/>
                <a:cs typeface="Arial" panose="020B0604020202090204"/>
              </a:rPr>
              <a:t>ambitious, </a:t>
            </a:r>
            <a:r>
              <a:rPr sz="2400" spc="-85" dirty="0">
                <a:latin typeface="Cambria" panose="02040503050406030204" pitchFamily="18" charset="0"/>
                <a:ea typeface="Cambria" panose="02040503050406030204" pitchFamily="18" charset="0"/>
                <a:cs typeface="Arial" panose="020B0604020202090204"/>
              </a:rPr>
              <a:t>and </a:t>
            </a:r>
            <a:r>
              <a:rPr sz="2400" spc="-90" dirty="0">
                <a:latin typeface="Cambria" panose="02040503050406030204" pitchFamily="18" charset="0"/>
                <a:ea typeface="Cambria" panose="02040503050406030204" pitchFamily="18" charset="0"/>
                <a:cs typeface="Arial" panose="020B0604020202090204"/>
              </a:rPr>
              <a:t>took </a:t>
            </a:r>
            <a:r>
              <a:rPr sz="2400" spc="-10" dirty="0">
                <a:latin typeface="Cambria" panose="02040503050406030204" pitchFamily="18" charset="0"/>
                <a:ea typeface="Cambria" panose="02040503050406030204" pitchFamily="18" charset="0"/>
                <a:cs typeface="Arial" panose="020B0604020202090204"/>
              </a:rPr>
              <a:t>a </a:t>
            </a:r>
            <a:r>
              <a:rPr sz="2400" spc="-45" dirty="0">
                <a:latin typeface="Cambria" panose="02040503050406030204" pitchFamily="18" charset="0"/>
                <a:ea typeface="Cambria" panose="02040503050406030204" pitchFamily="18" charset="0"/>
                <a:cs typeface="Arial" panose="020B0604020202090204"/>
              </a:rPr>
              <a:t>lot </a:t>
            </a:r>
            <a:r>
              <a:rPr sz="2400" dirty="0">
                <a:latin typeface="Cambria" panose="02040503050406030204" pitchFamily="18" charset="0"/>
                <a:ea typeface="Cambria" panose="02040503050406030204" pitchFamily="18" charset="0"/>
                <a:cs typeface="Arial" panose="020B0604020202090204"/>
              </a:rPr>
              <a:t>of </a:t>
            </a:r>
            <a:r>
              <a:rPr sz="2400" spc="-5" dirty="0">
                <a:latin typeface="Cambria" panose="02040503050406030204" pitchFamily="18" charset="0"/>
                <a:ea typeface="Cambria" panose="02040503050406030204" pitchFamily="18" charset="0"/>
                <a:cs typeface="Arial" panose="020B0604020202090204"/>
              </a:rPr>
              <a:t>effort </a:t>
            </a:r>
            <a:r>
              <a:rPr sz="2400" spc="-85" dirty="0">
                <a:latin typeface="Cambria" panose="02040503050406030204" pitchFamily="18" charset="0"/>
                <a:ea typeface="Cambria" panose="02040503050406030204" pitchFamily="18" charset="0"/>
                <a:cs typeface="Arial" panose="020B0604020202090204"/>
              </a:rPr>
              <a:t>and </a:t>
            </a:r>
            <a:r>
              <a:rPr sz="2400" spc="-75" dirty="0">
                <a:latin typeface="Cambria" panose="02040503050406030204" pitchFamily="18" charset="0"/>
                <a:ea typeface="Cambria" panose="02040503050406030204" pitchFamily="18" charset="0"/>
                <a:cs typeface="Arial" panose="020B0604020202090204"/>
              </a:rPr>
              <a:t>dedication </a:t>
            </a:r>
            <a:r>
              <a:rPr sz="2400" spc="-175" dirty="0">
                <a:latin typeface="Cambria" panose="02040503050406030204" pitchFamily="18" charset="0"/>
                <a:ea typeface="Cambria" panose="02040503050406030204" pitchFamily="18" charset="0"/>
                <a:cs typeface="Arial" panose="020B0604020202090204"/>
              </a:rPr>
              <a:t>on </a:t>
            </a:r>
            <a:r>
              <a:rPr sz="2400" spc="-100" dirty="0">
                <a:latin typeface="Cambria" panose="02040503050406030204" pitchFamily="18" charset="0"/>
                <a:ea typeface="Cambria" panose="02040503050406030204" pitchFamily="18" charset="0"/>
                <a:cs typeface="Arial" panose="020B0604020202090204"/>
              </a:rPr>
              <a:t>your  </a:t>
            </a:r>
            <a:r>
              <a:rPr sz="2400" spc="-25" dirty="0">
                <a:latin typeface="Cambria" panose="02040503050406030204" pitchFamily="18" charset="0"/>
                <a:ea typeface="Cambria" panose="02040503050406030204" pitchFamily="18" charset="0"/>
                <a:cs typeface="Arial" panose="020B0604020202090204"/>
              </a:rPr>
              <a:t>part.</a:t>
            </a:r>
            <a:endParaRPr sz="2400" dirty="0">
              <a:latin typeface="Cambria" panose="02040503050406030204" pitchFamily="18" charset="0"/>
              <a:ea typeface="Cambria" panose="02040503050406030204" pitchFamily="18" charset="0"/>
              <a:cs typeface="Arial" panose="020B0604020202090204"/>
            </a:endParaRPr>
          </a:p>
          <a:p>
            <a:pPr marL="12700" marR="299085">
              <a:lnSpc>
                <a:spcPts val="2160"/>
              </a:lnSpc>
              <a:spcBef>
                <a:spcPts val="1395"/>
              </a:spcBef>
            </a:pPr>
            <a:r>
              <a:rPr sz="2400" spc="-150" dirty="0">
                <a:latin typeface="Cambria" panose="02040503050406030204" pitchFamily="18" charset="0"/>
                <a:ea typeface="Cambria" panose="02040503050406030204" pitchFamily="18" charset="0"/>
                <a:cs typeface="Arial" panose="020B0604020202090204"/>
              </a:rPr>
              <a:t>I'm </a:t>
            </a:r>
            <a:r>
              <a:rPr sz="2400" spc="-170" dirty="0">
                <a:latin typeface="Cambria" panose="02040503050406030204" pitchFamily="18" charset="0"/>
                <a:ea typeface="Cambria" panose="02040503050406030204" pitchFamily="18" charset="0"/>
                <a:cs typeface="Arial" panose="020B0604020202090204"/>
              </a:rPr>
              <a:t>sure </a:t>
            </a:r>
            <a:r>
              <a:rPr sz="2400" spc="-15" dirty="0">
                <a:latin typeface="Cambria" panose="02040503050406030204" pitchFamily="18" charset="0"/>
                <a:ea typeface="Cambria" panose="02040503050406030204" pitchFamily="18" charset="0"/>
                <a:cs typeface="Arial" panose="020B0604020202090204"/>
              </a:rPr>
              <a:t>it </a:t>
            </a:r>
            <a:r>
              <a:rPr sz="2400" spc="-180" dirty="0">
                <a:latin typeface="Cambria" panose="02040503050406030204" pitchFamily="18" charset="0"/>
                <a:ea typeface="Cambria" panose="02040503050406030204" pitchFamily="18" charset="0"/>
                <a:cs typeface="Arial" panose="020B0604020202090204"/>
              </a:rPr>
              <a:t>was </a:t>
            </a:r>
            <a:r>
              <a:rPr sz="2400" spc="-95" dirty="0">
                <a:latin typeface="Cambria" panose="02040503050406030204" pitchFamily="18" charset="0"/>
                <a:ea typeface="Cambria" panose="02040503050406030204" pitchFamily="18" charset="0"/>
                <a:cs typeface="Arial" panose="020B0604020202090204"/>
              </a:rPr>
              <a:t>worth </a:t>
            </a:r>
            <a:r>
              <a:rPr sz="2400" spc="-15" dirty="0">
                <a:latin typeface="Cambria" panose="02040503050406030204" pitchFamily="18" charset="0"/>
                <a:ea typeface="Cambria" panose="02040503050406030204" pitchFamily="18" charset="0"/>
                <a:cs typeface="Arial" panose="020B0604020202090204"/>
              </a:rPr>
              <a:t>it </a:t>
            </a:r>
            <a:r>
              <a:rPr sz="2400" spc="-35" dirty="0">
                <a:latin typeface="Cambria" panose="02040503050406030204" pitchFamily="18" charset="0"/>
                <a:ea typeface="Cambria" panose="02040503050406030204" pitchFamily="18" charset="0"/>
                <a:cs typeface="Arial" panose="020B0604020202090204"/>
              </a:rPr>
              <a:t>all, </a:t>
            </a:r>
            <a:r>
              <a:rPr sz="2400" spc="-130" dirty="0">
                <a:latin typeface="Cambria" panose="02040503050406030204" pitchFamily="18" charset="0"/>
                <a:ea typeface="Cambria" panose="02040503050406030204" pitchFamily="18" charset="0"/>
                <a:cs typeface="Arial" panose="020B0604020202090204"/>
              </a:rPr>
              <a:t>knowing </a:t>
            </a:r>
            <a:r>
              <a:rPr sz="2400" spc="-70" dirty="0">
                <a:latin typeface="Cambria" panose="02040503050406030204" pitchFamily="18" charset="0"/>
                <a:ea typeface="Cambria" panose="02040503050406030204" pitchFamily="18" charset="0"/>
                <a:cs typeface="Arial" panose="020B0604020202090204"/>
              </a:rPr>
              <a:t>that </a:t>
            </a:r>
            <a:r>
              <a:rPr sz="2400" spc="-100" dirty="0">
                <a:latin typeface="Cambria" panose="02040503050406030204" pitchFamily="18" charset="0"/>
                <a:ea typeface="Cambria" panose="02040503050406030204" pitchFamily="18" charset="0"/>
                <a:cs typeface="Arial" panose="020B0604020202090204"/>
              </a:rPr>
              <a:t>your </a:t>
            </a:r>
            <a:r>
              <a:rPr sz="2400" spc="-135" dirty="0">
                <a:latin typeface="Cambria" panose="02040503050406030204" pitchFamily="18" charset="0"/>
                <a:ea typeface="Cambria" panose="02040503050406030204" pitchFamily="18" charset="0"/>
                <a:cs typeface="Arial" panose="020B0604020202090204"/>
              </a:rPr>
              <a:t>achievement </a:t>
            </a:r>
            <a:r>
              <a:rPr sz="2400" spc="-30" dirty="0">
                <a:latin typeface="Cambria" panose="02040503050406030204" pitchFamily="18" charset="0"/>
                <a:ea typeface="Cambria" panose="02040503050406030204" pitchFamily="18" charset="0"/>
                <a:cs typeface="Arial" panose="020B0604020202090204"/>
              </a:rPr>
              <a:t>will </a:t>
            </a:r>
            <a:r>
              <a:rPr sz="2400" spc="-155" dirty="0">
                <a:latin typeface="Cambria" panose="02040503050406030204" pitchFamily="18" charset="0"/>
                <a:ea typeface="Cambria" panose="02040503050406030204" pitchFamily="18" charset="0"/>
                <a:cs typeface="Arial" panose="020B0604020202090204"/>
              </a:rPr>
              <a:t>make  </a:t>
            </a:r>
            <a:r>
              <a:rPr sz="2400" spc="-240" dirty="0">
                <a:latin typeface="Cambria" panose="02040503050406030204" pitchFamily="18" charset="0"/>
                <a:ea typeface="Cambria" panose="02040503050406030204" pitchFamily="18" charset="0"/>
                <a:cs typeface="Arial" panose="020B0604020202090204"/>
              </a:rPr>
              <a:t>such </a:t>
            </a:r>
            <a:r>
              <a:rPr sz="2400" spc="-10" dirty="0">
                <a:latin typeface="Cambria" panose="02040503050406030204" pitchFamily="18" charset="0"/>
                <a:ea typeface="Cambria" panose="02040503050406030204" pitchFamily="18" charset="0"/>
                <a:cs typeface="Arial" panose="020B0604020202090204"/>
              </a:rPr>
              <a:t>a </a:t>
            </a:r>
            <a:r>
              <a:rPr sz="2400" spc="-95" dirty="0">
                <a:latin typeface="Cambria" panose="02040503050406030204" pitchFamily="18" charset="0"/>
                <a:ea typeface="Cambria" panose="02040503050406030204" pitchFamily="18" charset="0"/>
                <a:cs typeface="Arial" panose="020B0604020202090204"/>
              </a:rPr>
              <a:t>positive </a:t>
            </a:r>
            <a:r>
              <a:rPr sz="2400" spc="-60" dirty="0">
                <a:latin typeface="Cambria" panose="02040503050406030204" pitchFamily="18" charset="0"/>
                <a:ea typeface="Cambria" panose="02040503050406030204" pitchFamily="18" charset="0"/>
                <a:cs typeface="Arial" panose="020B0604020202090204"/>
              </a:rPr>
              <a:t>difference </a:t>
            </a:r>
            <a:r>
              <a:rPr sz="2400" spc="-125" dirty="0">
                <a:latin typeface="Cambria" panose="02040503050406030204" pitchFamily="18" charset="0"/>
                <a:ea typeface="Cambria" panose="02040503050406030204" pitchFamily="18" charset="0"/>
                <a:cs typeface="Arial" panose="020B0604020202090204"/>
              </a:rPr>
              <a:t>in </a:t>
            </a:r>
            <a:r>
              <a:rPr sz="2400" spc="-100" dirty="0">
                <a:latin typeface="Cambria" panose="02040503050406030204" pitchFamily="18" charset="0"/>
                <a:ea typeface="Cambria" panose="02040503050406030204" pitchFamily="18" charset="0"/>
                <a:cs typeface="Arial" panose="020B0604020202090204"/>
              </a:rPr>
              <a:t>your </a:t>
            </a:r>
            <a:r>
              <a:rPr sz="2400" spc="-75" dirty="0">
                <a:latin typeface="Cambria" panose="02040503050406030204" pitchFamily="18" charset="0"/>
                <a:ea typeface="Cambria" panose="02040503050406030204" pitchFamily="18" charset="0"/>
                <a:cs typeface="Arial" panose="020B0604020202090204"/>
              </a:rPr>
              <a:t>career </a:t>
            </a:r>
            <a:r>
              <a:rPr sz="2400" spc="-80" dirty="0">
                <a:latin typeface="Cambria" panose="02040503050406030204" pitchFamily="18" charset="0"/>
                <a:ea typeface="Cambria" panose="02040503050406030204" pitchFamily="18" charset="0"/>
                <a:cs typeface="Arial" panose="020B0604020202090204"/>
              </a:rPr>
              <a:t>path. </a:t>
            </a:r>
            <a:r>
              <a:rPr lang="en-US" sz="2400" spc="-80" dirty="0">
                <a:latin typeface="Cambria" panose="02040503050406030204" pitchFamily="18" charset="0"/>
                <a:ea typeface="Cambria" panose="02040503050406030204" pitchFamily="18" charset="0"/>
                <a:cs typeface="Arial" panose="020B0604020202090204"/>
              </a:rPr>
              <a:t>We are happy to receive this good news and hope that you will continue to achieve even more greater success moving forward. </a:t>
            </a:r>
            <a:endParaRPr sz="2400" dirty="0">
              <a:latin typeface="Cambria" panose="02040503050406030204" pitchFamily="18" charset="0"/>
              <a:ea typeface="Cambria" panose="02040503050406030204" pitchFamily="18" charset="0"/>
              <a:cs typeface="Arial" panose="020B0604020202090204"/>
            </a:endParaRPr>
          </a:p>
          <a:p>
            <a:pPr marL="12700">
              <a:lnSpc>
                <a:spcPts val="2280"/>
              </a:lnSpc>
              <a:spcBef>
                <a:spcPts val="1130"/>
              </a:spcBef>
            </a:pPr>
            <a:r>
              <a:rPr sz="2400" spc="-55" dirty="0">
                <a:latin typeface="Cambria" panose="02040503050406030204" pitchFamily="18" charset="0"/>
                <a:ea typeface="Cambria" panose="02040503050406030204" pitchFamily="18" charset="0"/>
                <a:cs typeface="Arial" panose="020B0604020202090204"/>
              </a:rPr>
              <a:t>May </a:t>
            </a:r>
            <a:r>
              <a:rPr sz="2400" spc="-135" dirty="0">
                <a:latin typeface="Cambria" panose="02040503050406030204" pitchFamily="18" charset="0"/>
                <a:ea typeface="Cambria" panose="02040503050406030204" pitchFamily="18" charset="0"/>
                <a:cs typeface="Arial" panose="020B0604020202090204"/>
              </a:rPr>
              <a:t>you </a:t>
            </a:r>
            <a:r>
              <a:rPr sz="2400" spc="-100" dirty="0">
                <a:latin typeface="Cambria" panose="02040503050406030204" pitchFamily="18" charset="0"/>
                <a:ea typeface="Cambria" panose="02040503050406030204" pitchFamily="18" charset="0"/>
                <a:cs typeface="Arial" panose="020B0604020202090204"/>
              </a:rPr>
              <a:t>always </a:t>
            </a:r>
            <a:r>
              <a:rPr sz="2400" spc="-60" dirty="0">
                <a:latin typeface="Cambria" panose="02040503050406030204" pitchFamily="18" charset="0"/>
                <a:ea typeface="Cambria" panose="02040503050406030204" pitchFamily="18" charset="0"/>
                <a:cs typeface="Arial" panose="020B0604020202090204"/>
              </a:rPr>
              <a:t>be </a:t>
            </a:r>
            <a:r>
              <a:rPr sz="2400" spc="-125" dirty="0">
                <a:latin typeface="Cambria" panose="02040503050406030204" pitchFamily="18" charset="0"/>
                <a:ea typeface="Cambria" panose="02040503050406030204" pitchFamily="18" charset="0"/>
                <a:cs typeface="Arial" panose="020B0604020202090204"/>
              </a:rPr>
              <a:t>in </a:t>
            </a:r>
            <a:r>
              <a:rPr sz="2400" spc="-10" dirty="0">
                <a:latin typeface="Cambria" panose="02040503050406030204" pitchFamily="18" charset="0"/>
                <a:ea typeface="Cambria" panose="02040503050406030204" pitchFamily="18" charset="0"/>
                <a:cs typeface="Arial" panose="020B0604020202090204"/>
              </a:rPr>
              <a:t>a </a:t>
            </a:r>
            <a:r>
              <a:rPr sz="2400" spc="-30" dirty="0">
                <a:latin typeface="Cambria" panose="02040503050406030204" pitchFamily="18" charset="0"/>
                <a:ea typeface="Cambria" panose="02040503050406030204" pitchFamily="18" charset="0"/>
                <a:cs typeface="Arial" panose="020B0604020202090204"/>
              </a:rPr>
              <a:t>great </a:t>
            </a:r>
            <a:r>
              <a:rPr sz="2400" spc="-140" dirty="0">
                <a:latin typeface="Cambria" panose="02040503050406030204" pitchFamily="18" charset="0"/>
                <a:ea typeface="Cambria" panose="02040503050406030204" pitchFamily="18" charset="0"/>
                <a:cs typeface="Arial" panose="020B0604020202090204"/>
              </a:rPr>
              <a:t>shape </a:t>
            </a:r>
            <a:r>
              <a:rPr sz="2400" spc="-125" dirty="0">
                <a:latin typeface="Cambria" panose="02040503050406030204" pitchFamily="18" charset="0"/>
                <a:ea typeface="Cambria" panose="02040503050406030204" pitchFamily="18" charset="0"/>
                <a:cs typeface="Arial" panose="020B0604020202090204"/>
              </a:rPr>
              <a:t>in </a:t>
            </a:r>
            <a:r>
              <a:rPr sz="2400" spc="-45" dirty="0">
                <a:latin typeface="Cambria" panose="02040503050406030204" pitchFamily="18" charset="0"/>
                <a:ea typeface="Cambria" panose="02040503050406030204" pitchFamily="18" charset="0"/>
                <a:cs typeface="Arial" panose="020B0604020202090204"/>
              </a:rPr>
              <a:t>order </a:t>
            </a:r>
            <a:r>
              <a:rPr sz="2400" spc="-10" dirty="0">
                <a:latin typeface="Cambria" panose="02040503050406030204" pitchFamily="18" charset="0"/>
                <a:ea typeface="Cambria" panose="02040503050406030204" pitchFamily="18" charset="0"/>
                <a:cs typeface="Arial" panose="020B0604020202090204"/>
              </a:rPr>
              <a:t>for</a:t>
            </a:r>
            <a:r>
              <a:rPr sz="2400" spc="280" dirty="0">
                <a:latin typeface="Cambria" panose="02040503050406030204" pitchFamily="18" charset="0"/>
                <a:ea typeface="Cambria" panose="02040503050406030204" pitchFamily="18" charset="0"/>
                <a:cs typeface="Arial" panose="020B0604020202090204"/>
              </a:rPr>
              <a:t> </a:t>
            </a:r>
            <a:r>
              <a:rPr sz="2400" spc="-135" dirty="0">
                <a:latin typeface="Cambria" panose="02040503050406030204" pitchFamily="18" charset="0"/>
                <a:ea typeface="Cambria" panose="02040503050406030204" pitchFamily="18" charset="0"/>
                <a:cs typeface="Arial" panose="020B0604020202090204"/>
              </a:rPr>
              <a:t>you </a:t>
            </a:r>
            <a:r>
              <a:rPr sz="2400" spc="-65" dirty="0">
                <a:latin typeface="Cambria" panose="02040503050406030204" pitchFamily="18" charset="0"/>
                <a:ea typeface="Cambria" panose="02040503050406030204" pitchFamily="18" charset="0"/>
                <a:cs typeface="Arial" panose="020B0604020202090204"/>
              </a:rPr>
              <a:t>to </a:t>
            </a:r>
            <a:r>
              <a:rPr sz="2400" spc="-114" dirty="0">
                <a:latin typeface="Cambria" panose="02040503050406030204" pitchFamily="18" charset="0"/>
                <a:ea typeface="Cambria" panose="02040503050406030204" pitchFamily="18" charset="0"/>
                <a:cs typeface="Arial" panose="020B0604020202090204"/>
              </a:rPr>
              <a:t>achieve </a:t>
            </a:r>
            <a:r>
              <a:rPr sz="2400" spc="-140" dirty="0">
                <a:latin typeface="Cambria" panose="02040503050406030204" pitchFamily="18" charset="0"/>
                <a:ea typeface="Cambria" panose="02040503050406030204" pitchFamily="18" charset="0"/>
                <a:cs typeface="Arial" panose="020B0604020202090204"/>
              </a:rPr>
              <a:t>more</a:t>
            </a:r>
            <a:r>
              <a:rPr lang="en-US" sz="2400" dirty="0">
                <a:latin typeface="Cambria" panose="02040503050406030204" pitchFamily="18" charset="0"/>
                <a:ea typeface="Cambria" panose="02040503050406030204" pitchFamily="18" charset="0"/>
                <a:cs typeface="Arial" panose="020B0604020202090204"/>
              </a:rPr>
              <a:t> </a:t>
            </a:r>
            <a:r>
              <a:rPr sz="2400" spc="-260" dirty="0">
                <a:latin typeface="Cambria" panose="02040503050406030204" pitchFamily="18" charset="0"/>
                <a:ea typeface="Cambria" panose="02040503050406030204" pitchFamily="18" charset="0"/>
                <a:cs typeface="Arial" panose="020B0604020202090204"/>
              </a:rPr>
              <a:t>success </a:t>
            </a:r>
            <a:r>
              <a:rPr sz="2400" spc="-125" dirty="0">
                <a:latin typeface="Cambria" panose="02040503050406030204" pitchFamily="18" charset="0"/>
                <a:ea typeface="Cambria" panose="02040503050406030204" pitchFamily="18" charset="0"/>
                <a:cs typeface="Arial" panose="020B0604020202090204"/>
              </a:rPr>
              <a:t>in</a:t>
            </a:r>
            <a:r>
              <a:rPr sz="2400" spc="-80" dirty="0">
                <a:latin typeface="Cambria" panose="02040503050406030204" pitchFamily="18" charset="0"/>
                <a:ea typeface="Cambria" panose="02040503050406030204" pitchFamily="18" charset="0"/>
                <a:cs typeface="Arial" panose="020B0604020202090204"/>
              </a:rPr>
              <a:t> </a:t>
            </a:r>
            <a:r>
              <a:rPr sz="2400" spc="-30" dirty="0">
                <a:latin typeface="Cambria" panose="02040503050406030204" pitchFamily="18" charset="0"/>
                <a:ea typeface="Cambria" panose="02040503050406030204" pitchFamily="18" charset="0"/>
                <a:cs typeface="Arial" panose="020B0604020202090204"/>
              </a:rPr>
              <a:t>life.</a:t>
            </a:r>
            <a:r>
              <a:rPr lang="en-US" sz="2400" spc="-30" dirty="0">
                <a:latin typeface="Cambria" panose="02040503050406030204" pitchFamily="18" charset="0"/>
                <a:ea typeface="Cambria" panose="02040503050406030204" pitchFamily="18" charset="0"/>
                <a:cs typeface="Arial" panose="020B0604020202090204"/>
              </a:rPr>
              <a:t> Do reach me if you need any sort of assistance.</a:t>
            </a:r>
            <a:endParaRPr sz="2400" dirty="0">
              <a:latin typeface="Cambria" panose="02040503050406030204" pitchFamily="18" charset="0"/>
              <a:ea typeface="Cambria" panose="02040503050406030204" pitchFamily="18" charset="0"/>
              <a:cs typeface="Arial" panose="020B060402020209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11856" y="3352884"/>
            <a:ext cx="8132423" cy="3061970"/>
          </a:xfrm>
          <a:prstGeom prst="rect">
            <a:avLst/>
          </a:prstGeom>
        </p:spPr>
        <p:txBody>
          <a:bodyPr vert="horz" wrap="square" lIns="0" tIns="12065" rIns="0" bIns="0" rtlCol="0">
            <a:spAutoFit/>
          </a:bodyPr>
          <a:lstStyle/>
          <a:p>
            <a:pPr marL="12700">
              <a:lnSpc>
                <a:spcPct val="100000"/>
              </a:lnSpc>
              <a:spcBef>
                <a:spcPts val="95"/>
              </a:spcBef>
            </a:pPr>
            <a:r>
              <a:rPr lang="en-US" sz="2200" spc="-5" dirty="0">
                <a:latin typeface="Cambria" panose="02040503050406030204" pitchFamily="18" charset="0"/>
                <a:ea typeface="Cambria" panose="02040503050406030204" pitchFamily="18" charset="0"/>
                <a:cs typeface="Arial" panose="020B0604020202090204"/>
              </a:rPr>
              <a:t>Purpose – to recommend</a:t>
            </a:r>
          </a:p>
          <a:p>
            <a:pPr marL="12700">
              <a:lnSpc>
                <a:spcPct val="100000"/>
              </a:lnSpc>
              <a:spcBef>
                <a:spcPts val="95"/>
              </a:spcBef>
            </a:pPr>
            <a:endParaRPr lang="en-US" sz="2200" spc="-5" dirty="0">
              <a:latin typeface="Cambria" panose="02040503050406030204" pitchFamily="18" charset="0"/>
              <a:ea typeface="Cambria" panose="02040503050406030204" pitchFamily="18" charset="0"/>
              <a:cs typeface="Arial" panose="020B0604020202090204"/>
            </a:endParaRPr>
          </a:p>
          <a:p>
            <a:pPr marL="12700">
              <a:lnSpc>
                <a:spcPct val="100000"/>
              </a:lnSpc>
              <a:spcBef>
                <a:spcPts val="95"/>
              </a:spcBef>
            </a:pPr>
            <a:r>
              <a:rPr lang="en-US" sz="2200" spc="-5" dirty="0">
                <a:latin typeface="Cambria" panose="02040503050406030204" pitchFamily="18" charset="0"/>
                <a:ea typeface="Cambria" panose="02040503050406030204" pitchFamily="18" charset="0"/>
                <a:cs typeface="Arial" panose="020B0604020202090204"/>
              </a:rPr>
              <a:t>(Introduction) </a:t>
            </a:r>
            <a:r>
              <a:rPr sz="2200" spc="-5" dirty="0">
                <a:latin typeface="Cambria" panose="02040503050406030204" pitchFamily="18" charset="0"/>
                <a:ea typeface="Cambria" panose="02040503050406030204" pitchFamily="18" charset="0"/>
                <a:cs typeface="Arial" panose="020B0604020202090204"/>
              </a:rPr>
              <a:t>Identify the candidate</a:t>
            </a:r>
            <a:r>
              <a:rPr lang="en-US" sz="2200" spc="-5" dirty="0">
                <a:latin typeface="Cambria" panose="02040503050406030204" pitchFamily="18" charset="0"/>
                <a:ea typeface="Cambria" panose="02040503050406030204" pitchFamily="18" charset="0"/>
                <a:cs typeface="Arial" panose="020B0604020202090204"/>
              </a:rPr>
              <a:t> </a:t>
            </a:r>
            <a:endParaRPr sz="2200" dirty="0">
              <a:latin typeface="Cambria" panose="02040503050406030204" pitchFamily="18" charset="0"/>
              <a:ea typeface="Cambria" panose="02040503050406030204" pitchFamily="18" charset="0"/>
              <a:cs typeface="Arial" panose="020B0604020202090204"/>
            </a:endParaRPr>
          </a:p>
          <a:p>
            <a:pPr marL="12700" marR="5080">
              <a:lnSpc>
                <a:spcPct val="198000"/>
              </a:lnSpc>
            </a:pPr>
            <a:r>
              <a:rPr lang="en-US" sz="2200" spc="-5" dirty="0">
                <a:latin typeface="Cambria" panose="02040503050406030204" pitchFamily="18" charset="0"/>
                <a:ea typeface="Cambria" panose="02040503050406030204" pitchFamily="18" charset="0"/>
                <a:cs typeface="Arial" panose="020B0604020202090204"/>
              </a:rPr>
              <a:t>(Body) </a:t>
            </a:r>
            <a:r>
              <a:rPr sz="2200" spc="-5" dirty="0">
                <a:latin typeface="Cambria" panose="02040503050406030204" pitchFamily="18" charset="0"/>
                <a:ea typeface="Cambria" panose="02040503050406030204" pitchFamily="18" charset="0"/>
                <a:cs typeface="Arial" panose="020B0604020202090204"/>
              </a:rPr>
              <a:t>Provide </a:t>
            </a:r>
            <a:r>
              <a:rPr lang="en-US" sz="2200" spc="-5" dirty="0">
                <a:latin typeface="Cambria" panose="02040503050406030204" pitchFamily="18" charset="0"/>
                <a:ea typeface="Cambria" panose="02040503050406030204" pitchFamily="18" charset="0"/>
                <a:cs typeface="Arial" panose="020B0604020202090204"/>
              </a:rPr>
              <a:t>relevant </a:t>
            </a:r>
            <a:r>
              <a:rPr sz="2200" spc="-5" dirty="0">
                <a:latin typeface="Cambria" panose="02040503050406030204" pitchFamily="18" charset="0"/>
                <a:ea typeface="Cambria" panose="02040503050406030204" pitchFamily="18" charset="0"/>
                <a:cs typeface="Arial" panose="020B0604020202090204"/>
              </a:rPr>
              <a:t>facts </a:t>
            </a:r>
            <a:r>
              <a:rPr lang="en-US" sz="2200" spc="-5" dirty="0">
                <a:latin typeface="Cambria" panose="02040503050406030204" pitchFamily="18" charset="0"/>
                <a:ea typeface="Cambria" panose="02040503050406030204" pitchFamily="18" charset="0"/>
                <a:cs typeface="Arial" panose="020B0604020202090204"/>
              </a:rPr>
              <a:t>of the candidate </a:t>
            </a:r>
          </a:p>
          <a:p>
            <a:pPr marL="12700" marR="5080">
              <a:lnSpc>
                <a:spcPct val="198000"/>
              </a:lnSpc>
            </a:pPr>
            <a:r>
              <a:rPr lang="en-US" sz="2200" spc="-5" dirty="0">
                <a:latin typeface="Cambria" panose="02040503050406030204" pitchFamily="18" charset="0"/>
                <a:ea typeface="Cambria" panose="02040503050406030204" pitchFamily="18" charset="0"/>
                <a:cs typeface="Arial" panose="020B0604020202090204"/>
              </a:rPr>
              <a:t>(Conclusion) End politely - </a:t>
            </a:r>
            <a:r>
              <a:rPr sz="2200" spc="-5" dirty="0">
                <a:latin typeface="Cambria" panose="02040503050406030204" pitchFamily="18" charset="0"/>
                <a:ea typeface="Cambria" panose="02040503050406030204" pitchFamily="18" charset="0"/>
                <a:cs typeface="Arial" panose="020B0604020202090204"/>
              </a:rPr>
              <a:t>Close with an </a:t>
            </a:r>
            <a:r>
              <a:rPr sz="2200" spc="-15" dirty="0">
                <a:latin typeface="Cambria" panose="02040503050406030204" pitchFamily="18" charset="0"/>
                <a:ea typeface="Cambria" panose="02040503050406030204" pitchFamily="18" charset="0"/>
                <a:cs typeface="Arial" panose="020B0604020202090204"/>
              </a:rPr>
              <a:t>offer </a:t>
            </a:r>
            <a:r>
              <a:rPr sz="2200" spc="-5" dirty="0">
                <a:latin typeface="Cambria" panose="02040503050406030204" pitchFamily="18" charset="0"/>
                <a:ea typeface="Cambria" panose="02040503050406030204" pitchFamily="18" charset="0"/>
                <a:cs typeface="Arial" panose="020B0604020202090204"/>
              </a:rPr>
              <a:t>of </a:t>
            </a:r>
            <a:r>
              <a:rPr sz="2200" dirty="0">
                <a:latin typeface="Cambria" panose="02040503050406030204" pitchFamily="18" charset="0"/>
                <a:ea typeface="Cambria" panose="02040503050406030204" pitchFamily="18" charset="0"/>
                <a:cs typeface="Arial" panose="020B0604020202090204"/>
              </a:rPr>
              <a:t>further</a:t>
            </a:r>
            <a:r>
              <a:rPr sz="2200" spc="70" dirty="0">
                <a:latin typeface="Cambria" panose="02040503050406030204" pitchFamily="18" charset="0"/>
                <a:ea typeface="Cambria" panose="02040503050406030204" pitchFamily="18" charset="0"/>
                <a:cs typeface="Arial" panose="020B0604020202090204"/>
              </a:rPr>
              <a:t> </a:t>
            </a:r>
            <a:r>
              <a:rPr sz="2200" spc="-5" dirty="0">
                <a:latin typeface="Cambria" panose="02040503050406030204" pitchFamily="18" charset="0"/>
                <a:ea typeface="Cambria" panose="02040503050406030204" pitchFamily="18" charset="0"/>
                <a:cs typeface="Arial" panose="020B0604020202090204"/>
              </a:rPr>
              <a:t>information</a:t>
            </a:r>
            <a:r>
              <a:rPr lang="en-US" sz="2200" spc="-5" dirty="0">
                <a:latin typeface="Cambria" panose="02040503050406030204" pitchFamily="18" charset="0"/>
                <a:ea typeface="Cambria" panose="02040503050406030204" pitchFamily="18" charset="0"/>
                <a:cs typeface="Arial" panose="020B0604020202090204"/>
              </a:rPr>
              <a:t> (to be delivered upon request)</a:t>
            </a:r>
          </a:p>
        </p:txBody>
      </p:sp>
      <p:sp>
        <p:nvSpPr>
          <p:cNvPr id="4" name="object 4"/>
          <p:cNvSpPr/>
          <p:nvPr/>
        </p:nvSpPr>
        <p:spPr>
          <a:xfrm>
            <a:off x="469832" y="4114740"/>
            <a:ext cx="216408" cy="20767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69832" y="4724418"/>
            <a:ext cx="216408" cy="20767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57132" y="5410486"/>
            <a:ext cx="216408" cy="207670"/>
          </a:xfrm>
          <a:prstGeom prst="rect">
            <a:avLst/>
          </a:prstGeom>
          <a:blipFill>
            <a:blip r:embed="rId2" cstate="print"/>
            <a:stretch>
              <a:fillRect/>
            </a:stretch>
          </a:blipFill>
        </p:spPr>
        <p:txBody>
          <a:bodyPr wrap="square" lIns="0" tIns="0" rIns="0" bIns="0" rtlCol="0"/>
          <a:lstStyle/>
          <a:p>
            <a:endParaRPr/>
          </a:p>
        </p:txBody>
      </p:sp>
      <p:sp>
        <p:nvSpPr>
          <p:cNvPr id="9" name="object 9"/>
          <p:cNvSpPr txBox="1"/>
          <p:nvPr/>
        </p:nvSpPr>
        <p:spPr>
          <a:xfrm>
            <a:off x="609600" y="1752600"/>
            <a:ext cx="7891780" cy="790575"/>
          </a:xfrm>
          <a:prstGeom prst="rect">
            <a:avLst/>
          </a:prstGeom>
          <a:ln w="28955">
            <a:solidFill>
              <a:srgbClr val="2583C5"/>
            </a:solidFill>
          </a:ln>
        </p:spPr>
        <p:txBody>
          <a:bodyPr vert="horz" wrap="square" lIns="0" tIns="36830" rIns="0" bIns="0" rtlCol="0">
            <a:spAutoFit/>
          </a:bodyPr>
          <a:lstStyle/>
          <a:p>
            <a:pPr marL="90170" marR="410845">
              <a:lnSpc>
                <a:spcPct val="100000"/>
              </a:lnSpc>
              <a:spcBef>
                <a:spcPts val="290"/>
              </a:spcBef>
            </a:pPr>
            <a:r>
              <a:rPr lang="en-US" sz="2400" spc="-15" dirty="0">
                <a:solidFill>
                  <a:srgbClr val="00B0F0"/>
                </a:solidFill>
                <a:latin typeface="Cambria" panose="02040503050406030204" pitchFamily="18" charset="0"/>
                <a:ea typeface="Cambria" panose="02040503050406030204" pitchFamily="18" charset="0"/>
                <a:cs typeface="Arial" panose="020B0604020202090204"/>
              </a:rPr>
              <a:t>Recommendation</a:t>
            </a:r>
            <a:r>
              <a:rPr lang="en-US" sz="2400" spc="-15" dirty="0">
                <a:solidFill>
                  <a:srgbClr val="35006A"/>
                </a:solidFill>
                <a:latin typeface="Cambria" panose="02040503050406030204" pitchFamily="18" charset="0"/>
                <a:ea typeface="Cambria" panose="02040503050406030204" pitchFamily="18" charset="0"/>
                <a:cs typeface="Arial" panose="020B0604020202090204"/>
              </a:rPr>
              <a:t> </a:t>
            </a:r>
            <a:r>
              <a:rPr lang="en-US" sz="2400" spc="-15" dirty="0">
                <a:latin typeface="Cambria" panose="02040503050406030204" pitchFamily="18" charset="0"/>
                <a:ea typeface="Cambria" panose="02040503050406030204" pitchFamily="18" charset="0"/>
                <a:cs typeface="Arial" panose="020B0604020202090204"/>
              </a:rPr>
              <a:t>messages (positive recommendation) is considered as good/neutral news.</a:t>
            </a:r>
            <a:r>
              <a:rPr lang="en-US" sz="2500" spc="-15" dirty="0">
                <a:latin typeface="Cambria" panose="02040503050406030204" pitchFamily="18" charset="0"/>
                <a:ea typeface="Cambria" panose="02040503050406030204" pitchFamily="18" charset="0"/>
                <a:cs typeface="Arial" panose="020B0604020202090204"/>
              </a:rPr>
              <a:t> </a:t>
            </a:r>
            <a:endParaRPr sz="2500" dirty="0">
              <a:latin typeface="Cambria" panose="02040503050406030204" pitchFamily="18" charset="0"/>
              <a:ea typeface="Cambria" panose="02040503050406030204" pitchFamily="18" charset="0"/>
              <a:cs typeface="Arial" panose="020B0604020202090204"/>
            </a:endParaRPr>
          </a:p>
        </p:txBody>
      </p:sp>
      <p:sp>
        <p:nvSpPr>
          <p:cNvPr id="10" name="Title 9"/>
          <p:cNvSpPr>
            <a:spLocks noGrp="1"/>
          </p:cNvSpPr>
          <p:nvPr>
            <p:ph type="title"/>
          </p:nvPr>
        </p:nvSpPr>
        <p:spPr>
          <a:xfrm>
            <a:off x="609600" y="381226"/>
            <a:ext cx="7138720" cy="984885"/>
          </a:xfrm>
        </p:spPr>
        <p:txBody>
          <a:bodyPr/>
          <a:lstStyle/>
          <a:p>
            <a:r>
              <a:rPr lang="en-US" sz="3200" dirty="0">
                <a:latin typeface="Cambria" panose="02040503050406030204" pitchFamily="18" charset="0"/>
                <a:ea typeface="Cambria" panose="02040503050406030204" pitchFamily="18" charset="0"/>
              </a:rPr>
              <a:t>RECOMMENDATION MESSAGES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1420" y="907615"/>
            <a:ext cx="7226934" cy="5126355"/>
          </a:xfrm>
          <a:prstGeom prst="rect">
            <a:avLst/>
          </a:prstGeom>
        </p:spPr>
        <p:txBody>
          <a:bodyPr vert="horz" wrap="square" lIns="0" tIns="160020" rIns="0" bIns="0" rtlCol="0">
            <a:spAutoFit/>
          </a:bodyPr>
          <a:lstStyle/>
          <a:p>
            <a:pPr marL="104140">
              <a:lnSpc>
                <a:spcPct val="100000"/>
              </a:lnSpc>
              <a:spcBef>
                <a:spcPts val="1260"/>
              </a:spcBef>
            </a:pPr>
            <a:r>
              <a:rPr sz="2400" spc="-90" dirty="0">
                <a:latin typeface="Cambria" panose="02040503050406030204" pitchFamily="18" charset="0"/>
                <a:ea typeface="Cambria" panose="02040503050406030204" pitchFamily="18" charset="0"/>
                <a:cs typeface="Arial" panose="020B0604020202090204"/>
              </a:rPr>
              <a:t>Dear </a:t>
            </a:r>
            <a:r>
              <a:rPr sz="2400" spc="-130" dirty="0">
                <a:latin typeface="Cambria" panose="02040503050406030204" pitchFamily="18" charset="0"/>
                <a:ea typeface="Cambria" panose="02040503050406030204" pitchFamily="18" charset="0"/>
                <a:cs typeface="Arial" panose="020B0604020202090204"/>
              </a:rPr>
              <a:t>Mr.</a:t>
            </a:r>
            <a:r>
              <a:rPr sz="2400" spc="35" dirty="0">
                <a:latin typeface="Cambria" panose="02040503050406030204" pitchFamily="18" charset="0"/>
                <a:ea typeface="Cambria" panose="02040503050406030204" pitchFamily="18" charset="0"/>
                <a:cs typeface="Arial" panose="020B0604020202090204"/>
              </a:rPr>
              <a:t> </a:t>
            </a:r>
            <a:r>
              <a:rPr sz="2400" spc="-105" dirty="0">
                <a:latin typeface="Cambria" panose="02040503050406030204" pitchFamily="18" charset="0"/>
                <a:ea typeface="Cambria" panose="02040503050406030204" pitchFamily="18" charset="0"/>
                <a:cs typeface="Arial" panose="020B0604020202090204"/>
              </a:rPr>
              <a:t>Mendoza,</a:t>
            </a:r>
            <a:endParaRPr sz="2400" dirty="0">
              <a:latin typeface="Cambria" panose="02040503050406030204" pitchFamily="18" charset="0"/>
              <a:ea typeface="Cambria" panose="02040503050406030204" pitchFamily="18" charset="0"/>
              <a:cs typeface="Arial" panose="020B0604020202090204"/>
            </a:endParaRPr>
          </a:p>
          <a:p>
            <a:pPr marL="12700">
              <a:lnSpc>
                <a:spcPct val="100000"/>
              </a:lnSpc>
              <a:spcBef>
                <a:spcPts val="1160"/>
              </a:spcBef>
            </a:pPr>
            <a:r>
              <a:rPr sz="2400" spc="-135" dirty="0">
                <a:latin typeface="Cambria" panose="02040503050406030204" pitchFamily="18" charset="0"/>
                <a:ea typeface="Cambria" panose="02040503050406030204" pitchFamily="18" charset="0"/>
                <a:cs typeface="Arial" panose="020B0604020202090204"/>
              </a:rPr>
              <a:t>Subject: </a:t>
            </a:r>
            <a:r>
              <a:rPr sz="2400" u="heavy" spc="-170" dirty="0">
                <a:uFill>
                  <a:solidFill>
                    <a:srgbClr val="000000"/>
                  </a:solidFill>
                </a:uFill>
                <a:latin typeface="Cambria" panose="02040503050406030204" pitchFamily="18" charset="0"/>
                <a:ea typeface="Cambria" panose="02040503050406030204" pitchFamily="18" charset="0"/>
                <a:cs typeface="Arial" panose="020B0604020202090204"/>
              </a:rPr>
              <a:t>Recommendation </a:t>
            </a:r>
            <a:r>
              <a:rPr sz="2400" u="heavy" spc="-10" dirty="0">
                <a:uFill>
                  <a:solidFill>
                    <a:srgbClr val="000000"/>
                  </a:solidFill>
                </a:uFill>
                <a:latin typeface="Cambria" panose="02040503050406030204" pitchFamily="18" charset="0"/>
                <a:ea typeface="Cambria" panose="02040503050406030204" pitchFamily="18" charset="0"/>
                <a:cs typeface="Arial" panose="020B0604020202090204"/>
              </a:rPr>
              <a:t>for </a:t>
            </a:r>
            <a:r>
              <a:rPr sz="2400" u="heavy" spc="-125" dirty="0">
                <a:uFill>
                  <a:solidFill>
                    <a:srgbClr val="000000"/>
                  </a:solidFill>
                </a:uFill>
                <a:latin typeface="Cambria" panose="02040503050406030204" pitchFamily="18" charset="0"/>
                <a:ea typeface="Cambria" panose="02040503050406030204" pitchFamily="18" charset="0"/>
                <a:cs typeface="Arial" panose="020B0604020202090204"/>
              </a:rPr>
              <a:t>Laura</a:t>
            </a:r>
            <a:r>
              <a:rPr sz="2400" u="heavy" spc="175" dirty="0">
                <a:uFill>
                  <a:solidFill>
                    <a:srgbClr val="000000"/>
                  </a:solidFill>
                </a:uFill>
                <a:latin typeface="Cambria" panose="02040503050406030204" pitchFamily="18" charset="0"/>
                <a:ea typeface="Cambria" panose="02040503050406030204" pitchFamily="18" charset="0"/>
                <a:cs typeface="Arial" panose="020B0604020202090204"/>
              </a:rPr>
              <a:t> </a:t>
            </a:r>
            <a:r>
              <a:rPr sz="2400" u="heavy" spc="-120" dirty="0">
                <a:uFill>
                  <a:solidFill>
                    <a:srgbClr val="000000"/>
                  </a:solidFill>
                </a:uFill>
                <a:latin typeface="Cambria" panose="02040503050406030204" pitchFamily="18" charset="0"/>
                <a:ea typeface="Cambria" panose="02040503050406030204" pitchFamily="18" charset="0"/>
                <a:cs typeface="Arial" panose="020B0604020202090204"/>
              </a:rPr>
              <a:t>Woods</a:t>
            </a:r>
            <a:endParaRPr sz="2400" dirty="0">
              <a:latin typeface="Cambria" panose="02040503050406030204" pitchFamily="18" charset="0"/>
              <a:ea typeface="Cambria" panose="02040503050406030204" pitchFamily="18" charset="0"/>
              <a:cs typeface="Arial" panose="020B0604020202090204"/>
            </a:endParaRPr>
          </a:p>
          <a:p>
            <a:pPr marL="12700" marR="5715" algn="just">
              <a:lnSpc>
                <a:spcPts val="2160"/>
              </a:lnSpc>
              <a:spcBef>
                <a:spcPts val="1440"/>
              </a:spcBef>
            </a:pPr>
            <a:r>
              <a:rPr sz="2400" spc="-65" dirty="0">
                <a:latin typeface="Cambria" panose="02040503050406030204" pitchFamily="18" charset="0"/>
                <a:ea typeface="Cambria" panose="02040503050406030204" pitchFamily="18" charset="0"/>
                <a:cs typeface="Arial" panose="020B0604020202090204"/>
              </a:rPr>
              <a:t>It </a:t>
            </a:r>
            <a:r>
              <a:rPr sz="2400" spc="-175" dirty="0">
                <a:latin typeface="Cambria" panose="02040503050406030204" pitchFamily="18" charset="0"/>
                <a:ea typeface="Cambria" panose="02040503050406030204" pitchFamily="18" charset="0"/>
                <a:cs typeface="Arial" panose="020B0604020202090204"/>
              </a:rPr>
              <a:t>is </a:t>
            </a:r>
            <a:r>
              <a:rPr sz="2400" spc="-195" dirty="0">
                <a:latin typeface="Cambria" panose="02040503050406030204" pitchFamily="18" charset="0"/>
                <a:ea typeface="Cambria" panose="02040503050406030204" pitchFamily="18" charset="0"/>
                <a:cs typeface="Arial" panose="020B0604020202090204"/>
              </a:rPr>
              <a:t>my </a:t>
            </a:r>
            <a:r>
              <a:rPr sz="2400" spc="-110" dirty="0">
                <a:latin typeface="Cambria" panose="02040503050406030204" pitchFamily="18" charset="0"/>
                <a:ea typeface="Cambria" panose="02040503050406030204" pitchFamily="18" charset="0"/>
                <a:cs typeface="Arial" panose="020B0604020202090204"/>
              </a:rPr>
              <a:t>pleasure </a:t>
            </a:r>
            <a:r>
              <a:rPr sz="2400" spc="-75" dirty="0">
                <a:latin typeface="Cambria" panose="02040503050406030204" pitchFamily="18" charset="0"/>
                <a:ea typeface="Cambria" panose="02040503050406030204" pitchFamily="18" charset="0"/>
                <a:cs typeface="Arial" panose="020B0604020202090204"/>
              </a:rPr>
              <a:t>to </a:t>
            </a:r>
            <a:r>
              <a:rPr sz="2400" spc="-165" dirty="0">
                <a:latin typeface="Cambria" panose="02040503050406030204" pitchFamily="18" charset="0"/>
                <a:ea typeface="Cambria" panose="02040503050406030204" pitchFamily="18" charset="0"/>
                <a:cs typeface="Arial" panose="020B0604020202090204"/>
              </a:rPr>
              <a:t>recommend </a:t>
            </a:r>
            <a:r>
              <a:rPr sz="2400" spc="-125" dirty="0">
                <a:latin typeface="Cambria" panose="02040503050406030204" pitchFamily="18" charset="0"/>
                <a:ea typeface="Cambria" panose="02040503050406030204" pitchFamily="18" charset="0"/>
                <a:cs typeface="Arial" panose="020B0604020202090204"/>
              </a:rPr>
              <a:t>Laura Woods </a:t>
            </a:r>
            <a:r>
              <a:rPr sz="2400" spc="-15" dirty="0">
                <a:latin typeface="Cambria" panose="02040503050406030204" pitchFamily="18" charset="0"/>
                <a:ea typeface="Cambria" panose="02040503050406030204" pitchFamily="18" charset="0"/>
                <a:cs typeface="Arial" panose="020B0604020202090204"/>
              </a:rPr>
              <a:t>for </a:t>
            </a:r>
            <a:r>
              <a:rPr sz="2400" spc="-135" dirty="0">
                <a:latin typeface="Cambria" panose="02040503050406030204" pitchFamily="18" charset="0"/>
                <a:ea typeface="Cambria" panose="02040503050406030204" pitchFamily="18" charset="0"/>
                <a:cs typeface="Arial" panose="020B0604020202090204"/>
              </a:rPr>
              <a:t>employment </a:t>
            </a:r>
            <a:r>
              <a:rPr sz="2400" spc="-90" dirty="0">
                <a:latin typeface="Cambria" panose="02040503050406030204" pitchFamily="18" charset="0"/>
                <a:ea typeface="Cambria" panose="02040503050406030204" pitchFamily="18" charset="0"/>
                <a:cs typeface="Arial" panose="020B0604020202090204"/>
              </a:rPr>
              <a:t>with </a:t>
            </a:r>
            <a:r>
              <a:rPr sz="2400" spc="-110" dirty="0">
                <a:latin typeface="Cambria" panose="02040503050406030204" pitchFamily="18" charset="0"/>
                <a:ea typeface="Cambria" panose="02040503050406030204" pitchFamily="18" charset="0"/>
                <a:cs typeface="Arial" panose="020B0604020202090204"/>
              </a:rPr>
              <a:t>your  </a:t>
            </a:r>
            <a:r>
              <a:rPr sz="2400" spc="-85" dirty="0">
                <a:latin typeface="Cambria" panose="02040503050406030204" pitchFamily="18" charset="0"/>
                <a:ea typeface="Cambria" panose="02040503050406030204" pitchFamily="18" charset="0"/>
                <a:cs typeface="Arial" panose="020B0604020202090204"/>
              </a:rPr>
              <a:t>organization. </a:t>
            </a:r>
            <a:r>
              <a:rPr sz="2400" spc="-120" dirty="0">
                <a:latin typeface="Cambria" panose="02040503050406030204" pitchFamily="18" charset="0"/>
                <a:ea typeface="Cambria" panose="02040503050406030204" pitchFamily="18" charset="0"/>
                <a:cs typeface="Arial" panose="020B0604020202090204"/>
              </a:rPr>
              <a:t>I </a:t>
            </a:r>
            <a:r>
              <a:rPr sz="2400" spc="-135" dirty="0">
                <a:latin typeface="Cambria" panose="02040503050406030204" pitchFamily="18" charset="0"/>
                <a:ea typeface="Cambria" panose="02040503050406030204" pitchFamily="18" charset="0"/>
                <a:cs typeface="Arial" panose="020B0604020202090204"/>
              </a:rPr>
              <a:t>have </a:t>
            </a:r>
            <a:r>
              <a:rPr sz="2400" spc="-175" dirty="0">
                <a:latin typeface="Cambria" panose="02040503050406030204" pitchFamily="18" charset="0"/>
                <a:ea typeface="Cambria" panose="02040503050406030204" pitchFamily="18" charset="0"/>
                <a:cs typeface="Arial" panose="020B0604020202090204"/>
              </a:rPr>
              <a:t>known </a:t>
            </a:r>
            <a:r>
              <a:rPr sz="2400" spc="-125" dirty="0">
                <a:latin typeface="Cambria" panose="02040503050406030204" pitchFamily="18" charset="0"/>
                <a:ea typeface="Cambria" panose="02040503050406030204" pitchFamily="18" charset="0"/>
                <a:cs typeface="Arial" panose="020B0604020202090204"/>
              </a:rPr>
              <a:t>Laura </a:t>
            </a:r>
            <a:r>
              <a:rPr sz="2400" spc="-15" dirty="0">
                <a:latin typeface="Cambria" panose="02040503050406030204" pitchFamily="18" charset="0"/>
                <a:ea typeface="Cambria" panose="02040503050406030204" pitchFamily="18" charset="0"/>
                <a:cs typeface="Arial" panose="020B0604020202090204"/>
              </a:rPr>
              <a:t>for </a:t>
            </a:r>
            <a:r>
              <a:rPr sz="2400" spc="-100" dirty="0">
                <a:latin typeface="Cambria" panose="02040503050406030204" pitchFamily="18" charset="0"/>
                <a:ea typeface="Cambria" panose="02040503050406030204" pitchFamily="18" charset="0"/>
                <a:cs typeface="Arial" panose="020B0604020202090204"/>
              </a:rPr>
              <a:t>over </a:t>
            </a:r>
            <a:r>
              <a:rPr sz="2400" spc="-95" dirty="0">
                <a:latin typeface="Cambria" panose="02040503050406030204" pitchFamily="18" charset="0"/>
                <a:ea typeface="Cambria" panose="02040503050406030204" pitchFamily="18" charset="0"/>
                <a:cs typeface="Arial" panose="020B0604020202090204"/>
              </a:rPr>
              <a:t>t</a:t>
            </a:r>
            <a:r>
              <a:rPr lang="en-US" sz="2400" spc="-95" dirty="0">
                <a:latin typeface="Cambria" panose="02040503050406030204" pitchFamily="18" charset="0"/>
                <a:ea typeface="Cambria" panose="02040503050406030204" pitchFamily="18" charset="0"/>
                <a:cs typeface="Arial" panose="020B0604020202090204"/>
              </a:rPr>
              <a:t>hree</a:t>
            </a:r>
            <a:r>
              <a:rPr sz="2400" spc="-95" dirty="0">
                <a:latin typeface="Cambria" panose="02040503050406030204" pitchFamily="18" charset="0"/>
                <a:ea typeface="Cambria" panose="02040503050406030204" pitchFamily="18" charset="0"/>
                <a:cs typeface="Arial" panose="020B0604020202090204"/>
              </a:rPr>
              <a:t> </a:t>
            </a:r>
            <a:r>
              <a:rPr sz="2400" spc="-105" dirty="0">
                <a:latin typeface="Cambria" panose="02040503050406030204" pitchFamily="18" charset="0"/>
                <a:ea typeface="Cambria" panose="02040503050406030204" pitchFamily="18" charset="0"/>
                <a:cs typeface="Arial" panose="020B0604020202090204"/>
              </a:rPr>
              <a:t>years </a:t>
            </a:r>
            <a:r>
              <a:rPr sz="2400" spc="-90" dirty="0">
                <a:latin typeface="Cambria" panose="02040503050406030204" pitchFamily="18" charset="0"/>
                <a:ea typeface="Cambria" panose="02040503050406030204" pitchFamily="18" charset="0"/>
                <a:cs typeface="Arial" panose="020B0604020202090204"/>
              </a:rPr>
              <a:t>during </a:t>
            </a:r>
            <a:r>
              <a:rPr sz="2400" spc="-150" dirty="0">
                <a:latin typeface="Cambria" panose="02040503050406030204" pitchFamily="18" charset="0"/>
                <a:ea typeface="Cambria" panose="02040503050406030204" pitchFamily="18" charset="0"/>
                <a:cs typeface="Arial" panose="020B0604020202090204"/>
              </a:rPr>
              <a:t>which </a:t>
            </a:r>
            <a:r>
              <a:rPr sz="2400" spc="-114" dirty="0">
                <a:latin typeface="Cambria" panose="02040503050406030204" pitchFamily="18" charset="0"/>
                <a:ea typeface="Cambria" panose="02040503050406030204" pitchFamily="18" charset="0"/>
                <a:cs typeface="Arial" panose="020B0604020202090204"/>
              </a:rPr>
              <a:t>time  </a:t>
            </a:r>
            <a:r>
              <a:rPr sz="2400" spc="-229" dirty="0">
                <a:latin typeface="Cambria" panose="02040503050406030204" pitchFamily="18" charset="0"/>
                <a:ea typeface="Cambria" panose="02040503050406030204" pitchFamily="18" charset="0"/>
                <a:cs typeface="Arial" panose="020B0604020202090204"/>
              </a:rPr>
              <a:t>she </a:t>
            </a:r>
            <a:r>
              <a:rPr sz="2400" spc="-85" dirty="0">
                <a:latin typeface="Cambria" panose="02040503050406030204" pitchFamily="18" charset="0"/>
                <a:ea typeface="Cambria" panose="02040503050406030204" pitchFamily="18" charset="0"/>
                <a:cs typeface="Arial" panose="020B0604020202090204"/>
              </a:rPr>
              <a:t>worked </a:t>
            </a:r>
            <a:r>
              <a:rPr sz="2400" spc="-175" dirty="0">
                <a:latin typeface="Cambria" panose="02040503050406030204" pitchFamily="18" charset="0"/>
                <a:ea typeface="Cambria" panose="02040503050406030204" pitchFamily="18" charset="0"/>
                <a:cs typeface="Arial" panose="020B0604020202090204"/>
              </a:rPr>
              <a:t>as </a:t>
            </a:r>
            <a:r>
              <a:rPr sz="2400" spc="-10" dirty="0">
                <a:latin typeface="Cambria" panose="02040503050406030204" pitchFamily="18" charset="0"/>
                <a:ea typeface="Cambria" panose="02040503050406030204" pitchFamily="18" charset="0"/>
                <a:cs typeface="Arial" panose="020B0604020202090204"/>
              </a:rPr>
              <a:t>a </a:t>
            </a:r>
            <a:r>
              <a:rPr sz="2400" spc="-175" dirty="0">
                <a:latin typeface="Cambria" panose="02040503050406030204" pitchFamily="18" charset="0"/>
                <a:ea typeface="Cambria" panose="02040503050406030204" pitchFamily="18" charset="0"/>
                <a:cs typeface="Arial" panose="020B0604020202090204"/>
              </a:rPr>
              <a:t>communications </a:t>
            </a:r>
            <a:r>
              <a:rPr sz="2400" spc="-145" dirty="0">
                <a:latin typeface="Cambria" panose="02040503050406030204" pitchFamily="18" charset="0"/>
                <a:ea typeface="Cambria" panose="02040503050406030204" pitchFamily="18" charset="0"/>
                <a:cs typeface="Arial" panose="020B0604020202090204"/>
              </a:rPr>
              <a:t>assistant </a:t>
            </a:r>
            <a:r>
              <a:rPr sz="2400" spc="-120" dirty="0">
                <a:latin typeface="Cambria" panose="02040503050406030204" pitchFamily="18" charset="0"/>
                <a:ea typeface="Cambria" panose="02040503050406030204" pitchFamily="18" charset="0"/>
                <a:cs typeface="Arial" panose="020B0604020202090204"/>
              </a:rPr>
              <a:t>in </a:t>
            </a:r>
            <a:r>
              <a:rPr sz="2400" spc="-190" dirty="0">
                <a:latin typeface="Cambria" panose="02040503050406030204" pitchFamily="18" charset="0"/>
                <a:ea typeface="Cambria" panose="02040503050406030204" pitchFamily="18" charset="0"/>
                <a:cs typeface="Arial" panose="020B0604020202090204"/>
              </a:rPr>
              <a:t>my</a:t>
            </a:r>
            <a:r>
              <a:rPr sz="2400" spc="-315" dirty="0">
                <a:latin typeface="Cambria" panose="02040503050406030204" pitchFamily="18" charset="0"/>
                <a:ea typeface="Cambria" panose="02040503050406030204" pitchFamily="18" charset="0"/>
                <a:cs typeface="Arial" panose="020B0604020202090204"/>
              </a:rPr>
              <a:t> </a:t>
            </a:r>
            <a:r>
              <a:rPr sz="2400" spc="-55" dirty="0">
                <a:latin typeface="Cambria" panose="02040503050406030204" pitchFamily="18" charset="0"/>
                <a:ea typeface="Cambria" panose="02040503050406030204" pitchFamily="18" charset="0"/>
                <a:cs typeface="Arial" panose="020B0604020202090204"/>
              </a:rPr>
              <a:t>office.</a:t>
            </a:r>
          </a:p>
          <a:p>
            <a:pPr marL="12700" marR="5715" algn="just">
              <a:lnSpc>
                <a:spcPts val="2160"/>
              </a:lnSpc>
              <a:spcBef>
                <a:spcPts val="1440"/>
              </a:spcBef>
            </a:pPr>
            <a:endParaRPr sz="2400" dirty="0">
              <a:latin typeface="Cambria" panose="02040503050406030204" pitchFamily="18" charset="0"/>
              <a:ea typeface="Cambria" panose="02040503050406030204" pitchFamily="18" charset="0"/>
              <a:cs typeface="Arial" panose="020B0604020202090204"/>
            </a:endParaRPr>
          </a:p>
          <a:p>
            <a:pPr marL="12700" marR="5080" algn="just">
              <a:lnSpc>
                <a:spcPct val="90000"/>
              </a:lnSpc>
            </a:pPr>
            <a:r>
              <a:rPr sz="2400" spc="-120" dirty="0">
                <a:latin typeface="Cambria" panose="02040503050406030204" pitchFamily="18" charset="0"/>
                <a:ea typeface="Cambria" panose="02040503050406030204" pitchFamily="18" charset="0"/>
                <a:cs typeface="Arial" panose="020B0604020202090204"/>
              </a:rPr>
              <a:t>I </a:t>
            </a:r>
            <a:r>
              <a:rPr sz="2400" spc="-135" dirty="0">
                <a:latin typeface="Cambria" panose="02040503050406030204" pitchFamily="18" charset="0"/>
                <a:ea typeface="Cambria" panose="02040503050406030204" pitchFamily="18" charset="0"/>
                <a:cs typeface="Arial" panose="020B0604020202090204"/>
              </a:rPr>
              <a:t>have </a:t>
            </a:r>
            <a:r>
              <a:rPr sz="2400" spc="-120" dirty="0">
                <a:latin typeface="Cambria" panose="02040503050406030204" pitchFamily="18" charset="0"/>
                <a:ea typeface="Cambria" panose="02040503050406030204" pitchFamily="18" charset="0"/>
                <a:cs typeface="Arial" panose="020B0604020202090204"/>
              </a:rPr>
              <a:t>been </a:t>
            </a:r>
            <a:r>
              <a:rPr sz="2400" spc="-140" dirty="0">
                <a:latin typeface="Cambria" panose="02040503050406030204" pitchFamily="18" charset="0"/>
                <a:ea typeface="Cambria" panose="02040503050406030204" pitchFamily="18" charset="0"/>
                <a:cs typeface="Arial" panose="020B0604020202090204"/>
              </a:rPr>
              <a:t>consistently </a:t>
            </a:r>
            <a:r>
              <a:rPr sz="2400" spc="-145" dirty="0">
                <a:latin typeface="Cambria" panose="02040503050406030204" pitchFamily="18" charset="0"/>
                <a:ea typeface="Cambria" panose="02040503050406030204" pitchFamily="18" charset="0"/>
                <a:cs typeface="Arial" panose="020B0604020202090204"/>
              </a:rPr>
              <a:t>impressed </a:t>
            </a:r>
            <a:r>
              <a:rPr sz="2400" spc="-95" dirty="0">
                <a:latin typeface="Cambria" panose="02040503050406030204" pitchFamily="18" charset="0"/>
                <a:ea typeface="Cambria" panose="02040503050406030204" pitchFamily="18" charset="0"/>
                <a:cs typeface="Arial" panose="020B0604020202090204"/>
              </a:rPr>
              <a:t>with </a:t>
            </a:r>
            <a:r>
              <a:rPr sz="2400" spc="-140" dirty="0">
                <a:latin typeface="Cambria" panose="02040503050406030204" pitchFamily="18" charset="0"/>
                <a:ea typeface="Cambria" panose="02040503050406030204" pitchFamily="18" charset="0"/>
                <a:cs typeface="Arial" panose="020B0604020202090204"/>
              </a:rPr>
              <a:t>Laura's </a:t>
            </a:r>
            <a:r>
              <a:rPr sz="2400" spc="-60" dirty="0">
                <a:latin typeface="Cambria" panose="02040503050406030204" pitchFamily="18" charset="0"/>
                <a:ea typeface="Cambria" panose="02040503050406030204" pitchFamily="18" charset="0"/>
                <a:cs typeface="Arial" panose="020B0604020202090204"/>
              </a:rPr>
              <a:t>attitude </a:t>
            </a:r>
            <a:r>
              <a:rPr sz="2400" spc="-90" dirty="0">
                <a:latin typeface="Cambria" panose="02040503050406030204" pitchFamily="18" charset="0"/>
                <a:ea typeface="Cambria" panose="02040503050406030204" pitchFamily="18" charset="0"/>
                <a:cs typeface="Arial" panose="020B0604020202090204"/>
              </a:rPr>
              <a:t>and  </a:t>
            </a:r>
            <a:r>
              <a:rPr sz="2400" spc="-70" dirty="0">
                <a:latin typeface="Cambria" panose="02040503050406030204" pitchFamily="18" charset="0"/>
                <a:ea typeface="Cambria" panose="02040503050406030204" pitchFamily="18" charset="0"/>
                <a:cs typeface="Arial" panose="020B0604020202090204"/>
              </a:rPr>
              <a:t>productivity </a:t>
            </a:r>
            <a:r>
              <a:rPr sz="2400" spc="-90" dirty="0">
                <a:latin typeface="Cambria" panose="02040503050406030204" pitchFamily="18" charset="0"/>
                <a:ea typeface="Cambria" panose="02040503050406030204" pitchFamily="18" charset="0"/>
                <a:cs typeface="Arial" panose="020B0604020202090204"/>
              </a:rPr>
              <a:t>during </a:t>
            </a:r>
            <a:r>
              <a:rPr sz="2400" spc="-130" dirty="0">
                <a:latin typeface="Cambria" panose="02040503050406030204" pitchFamily="18" charset="0"/>
                <a:ea typeface="Cambria" panose="02040503050406030204" pitchFamily="18" charset="0"/>
                <a:cs typeface="Arial" panose="020B0604020202090204"/>
              </a:rPr>
              <a:t>the </a:t>
            </a:r>
            <a:r>
              <a:rPr sz="2400" spc="-114" dirty="0">
                <a:latin typeface="Cambria" panose="02040503050406030204" pitchFamily="18" charset="0"/>
                <a:ea typeface="Cambria" panose="02040503050406030204" pitchFamily="18" charset="0"/>
                <a:cs typeface="Arial" panose="020B0604020202090204"/>
              </a:rPr>
              <a:t>time </a:t>
            </a:r>
            <a:r>
              <a:rPr sz="2400" spc="-75" dirty="0">
                <a:latin typeface="Cambria" panose="02040503050406030204" pitchFamily="18" charset="0"/>
                <a:ea typeface="Cambria" panose="02040503050406030204" pitchFamily="18" charset="0"/>
                <a:cs typeface="Arial" panose="020B0604020202090204"/>
              </a:rPr>
              <a:t>that </a:t>
            </a:r>
            <a:r>
              <a:rPr sz="2400" spc="-229" dirty="0">
                <a:latin typeface="Cambria" panose="02040503050406030204" pitchFamily="18" charset="0"/>
                <a:ea typeface="Cambria" panose="02040503050406030204" pitchFamily="18" charset="0"/>
                <a:cs typeface="Arial" panose="020B0604020202090204"/>
              </a:rPr>
              <a:t>she </a:t>
            </a:r>
            <a:r>
              <a:rPr sz="2400" spc="-200" dirty="0">
                <a:latin typeface="Cambria" panose="02040503050406030204" pitchFamily="18" charset="0"/>
                <a:ea typeface="Cambria" panose="02040503050406030204" pitchFamily="18" charset="0"/>
                <a:cs typeface="Arial" panose="020B0604020202090204"/>
              </a:rPr>
              <a:t>has </a:t>
            </a:r>
            <a:r>
              <a:rPr sz="2400" spc="-90" dirty="0">
                <a:latin typeface="Cambria" panose="02040503050406030204" pitchFamily="18" charset="0"/>
                <a:ea typeface="Cambria" panose="02040503050406030204" pitchFamily="18" charset="0"/>
                <a:cs typeface="Arial" panose="020B0604020202090204"/>
              </a:rPr>
              <a:t>worked </a:t>
            </a:r>
            <a:r>
              <a:rPr sz="2400" spc="-120" dirty="0">
                <a:latin typeface="Cambria" panose="02040503050406030204" pitchFamily="18" charset="0"/>
                <a:ea typeface="Cambria" panose="02040503050406030204" pitchFamily="18" charset="0"/>
                <a:cs typeface="Arial" panose="020B0604020202090204"/>
              </a:rPr>
              <a:t>in </a:t>
            </a:r>
            <a:r>
              <a:rPr sz="2400" spc="-130" dirty="0">
                <a:latin typeface="Cambria" panose="02040503050406030204" pitchFamily="18" charset="0"/>
                <a:ea typeface="Cambria" panose="02040503050406030204" pitchFamily="18" charset="0"/>
                <a:cs typeface="Arial" panose="020B0604020202090204"/>
              </a:rPr>
              <a:t>the </a:t>
            </a:r>
            <a:r>
              <a:rPr sz="2400" spc="-60" dirty="0">
                <a:latin typeface="Cambria" panose="02040503050406030204" pitchFamily="18" charset="0"/>
                <a:ea typeface="Cambria" panose="02040503050406030204" pitchFamily="18" charset="0"/>
                <a:cs typeface="Arial" panose="020B0604020202090204"/>
              </a:rPr>
              <a:t>office. </a:t>
            </a:r>
            <a:r>
              <a:rPr sz="2400" spc="-130" dirty="0">
                <a:latin typeface="Cambria" panose="02040503050406030204" pitchFamily="18" charset="0"/>
                <a:ea typeface="Cambria" panose="02040503050406030204" pitchFamily="18" charset="0"/>
                <a:cs typeface="Arial" panose="020B0604020202090204"/>
              </a:rPr>
              <a:t>Laura </a:t>
            </a:r>
            <a:r>
              <a:rPr sz="2400" spc="-180" dirty="0">
                <a:latin typeface="Cambria" panose="02040503050406030204" pitchFamily="18" charset="0"/>
                <a:ea typeface="Cambria" panose="02040503050406030204" pitchFamily="18" charset="0"/>
                <a:cs typeface="Arial" panose="020B0604020202090204"/>
              </a:rPr>
              <a:t>is  </a:t>
            </a:r>
            <a:r>
              <a:rPr sz="2400" spc="-90" dirty="0">
                <a:latin typeface="Cambria" panose="02040503050406030204" pitchFamily="18" charset="0"/>
                <a:ea typeface="Cambria" panose="02040503050406030204" pitchFamily="18" charset="0"/>
                <a:cs typeface="Arial" panose="020B0604020202090204"/>
              </a:rPr>
              <a:t>both </a:t>
            </a:r>
            <a:r>
              <a:rPr sz="2400" spc="-75" dirty="0">
                <a:latin typeface="Cambria" panose="02040503050406030204" pitchFamily="18" charset="0"/>
                <a:ea typeface="Cambria" panose="02040503050406030204" pitchFamily="18" charset="0"/>
                <a:cs typeface="Arial" panose="020B0604020202090204"/>
              </a:rPr>
              <a:t>very </a:t>
            </a:r>
            <a:r>
              <a:rPr sz="2400" spc="-50" dirty="0">
                <a:latin typeface="Cambria" panose="02040503050406030204" pitchFamily="18" charset="0"/>
                <a:ea typeface="Cambria" panose="02040503050406030204" pitchFamily="18" charset="0"/>
                <a:cs typeface="Arial" panose="020B0604020202090204"/>
              </a:rPr>
              <a:t>bright </a:t>
            </a:r>
            <a:r>
              <a:rPr sz="2400" spc="-85" dirty="0">
                <a:latin typeface="Cambria" panose="02040503050406030204" pitchFamily="18" charset="0"/>
                <a:ea typeface="Cambria" panose="02040503050406030204" pitchFamily="18" charset="0"/>
                <a:cs typeface="Arial" panose="020B0604020202090204"/>
              </a:rPr>
              <a:t>and </a:t>
            </a:r>
            <a:r>
              <a:rPr sz="2400" spc="-90" dirty="0">
                <a:latin typeface="Cambria" panose="02040503050406030204" pitchFamily="18" charset="0"/>
                <a:ea typeface="Cambria" panose="02040503050406030204" pitchFamily="18" charset="0"/>
                <a:cs typeface="Arial" panose="020B0604020202090204"/>
              </a:rPr>
              <a:t>motivated. </a:t>
            </a:r>
            <a:r>
              <a:rPr sz="2400" spc="-120" dirty="0">
                <a:latin typeface="Cambria" panose="02040503050406030204" pitchFamily="18" charset="0"/>
                <a:ea typeface="Cambria" panose="02040503050406030204" pitchFamily="18" charset="0"/>
                <a:cs typeface="Arial" panose="020B0604020202090204"/>
              </a:rPr>
              <a:t>I </a:t>
            </a:r>
            <a:r>
              <a:rPr sz="2400" spc="-170" dirty="0">
                <a:latin typeface="Cambria" panose="02040503050406030204" pitchFamily="18" charset="0"/>
                <a:ea typeface="Cambria" panose="02040503050406030204" pitchFamily="18" charset="0"/>
                <a:cs typeface="Arial" panose="020B0604020202090204"/>
              </a:rPr>
              <a:t>am</a:t>
            </a:r>
            <a:r>
              <a:rPr sz="2400" spc="215" dirty="0">
                <a:latin typeface="Cambria" panose="02040503050406030204" pitchFamily="18" charset="0"/>
                <a:ea typeface="Cambria" panose="02040503050406030204" pitchFamily="18" charset="0"/>
                <a:cs typeface="Arial" panose="020B0604020202090204"/>
              </a:rPr>
              <a:t> </a:t>
            </a:r>
            <a:r>
              <a:rPr sz="2400" spc="-95" dirty="0">
                <a:latin typeface="Cambria" panose="02040503050406030204" pitchFamily="18" charset="0"/>
                <a:ea typeface="Cambria" panose="02040503050406030204" pitchFamily="18" charset="0"/>
                <a:cs typeface="Arial" panose="020B0604020202090204"/>
              </a:rPr>
              <a:t>confident </a:t>
            </a:r>
            <a:r>
              <a:rPr sz="2400" spc="-70" dirty="0">
                <a:latin typeface="Cambria" panose="02040503050406030204" pitchFamily="18" charset="0"/>
                <a:ea typeface="Cambria" panose="02040503050406030204" pitchFamily="18" charset="0"/>
                <a:cs typeface="Arial" panose="020B0604020202090204"/>
              </a:rPr>
              <a:t>that </a:t>
            </a:r>
            <a:r>
              <a:rPr sz="2400" spc="-229" dirty="0">
                <a:latin typeface="Cambria" panose="02040503050406030204" pitchFamily="18" charset="0"/>
                <a:ea typeface="Cambria" panose="02040503050406030204" pitchFamily="18" charset="0"/>
                <a:cs typeface="Arial" panose="020B0604020202090204"/>
              </a:rPr>
              <a:t>she </a:t>
            </a:r>
            <a:r>
              <a:rPr sz="2400" spc="-40" dirty="0">
                <a:latin typeface="Cambria" panose="02040503050406030204" pitchFamily="18" charset="0"/>
                <a:ea typeface="Cambria" panose="02040503050406030204" pitchFamily="18" charset="0"/>
                <a:cs typeface="Arial" panose="020B0604020202090204"/>
              </a:rPr>
              <a:t>will  </a:t>
            </a:r>
            <a:r>
              <a:rPr sz="2400" spc="-90" dirty="0">
                <a:latin typeface="Cambria" panose="02040503050406030204" pitchFamily="18" charset="0"/>
                <a:ea typeface="Cambria" panose="02040503050406030204" pitchFamily="18" charset="0"/>
                <a:cs typeface="Arial" panose="020B0604020202090204"/>
              </a:rPr>
              <a:t>devote </a:t>
            </a:r>
            <a:r>
              <a:rPr sz="2400" spc="-105" dirty="0">
                <a:latin typeface="Cambria" panose="02040503050406030204" pitchFamily="18" charset="0"/>
                <a:ea typeface="Cambria" panose="02040503050406030204" pitchFamily="18" charset="0"/>
                <a:cs typeface="Arial" panose="020B0604020202090204"/>
              </a:rPr>
              <a:t>herself </a:t>
            </a:r>
            <a:r>
              <a:rPr sz="2400" spc="-65" dirty="0">
                <a:latin typeface="Cambria" panose="02040503050406030204" pitchFamily="18" charset="0"/>
                <a:ea typeface="Cambria" panose="02040503050406030204" pitchFamily="18" charset="0"/>
                <a:cs typeface="Arial" panose="020B0604020202090204"/>
              </a:rPr>
              <a:t>to </a:t>
            </a:r>
            <a:r>
              <a:rPr sz="2400" spc="-10" dirty="0">
                <a:latin typeface="Cambria" panose="02040503050406030204" pitchFamily="18" charset="0"/>
                <a:ea typeface="Cambria" panose="02040503050406030204" pitchFamily="18" charset="0"/>
                <a:cs typeface="Arial" panose="020B0604020202090204"/>
              </a:rPr>
              <a:t>a </a:t>
            </a:r>
            <a:r>
              <a:rPr sz="2400" spc="-110" dirty="0">
                <a:latin typeface="Cambria" panose="02040503050406030204" pitchFamily="18" charset="0"/>
                <a:ea typeface="Cambria" panose="02040503050406030204" pitchFamily="18" charset="0"/>
                <a:cs typeface="Arial" panose="020B0604020202090204"/>
              </a:rPr>
              <a:t>position </a:t>
            </a:r>
            <a:r>
              <a:rPr sz="2400" spc="-90" dirty="0">
                <a:latin typeface="Cambria" panose="02040503050406030204" pitchFamily="18" charset="0"/>
                <a:ea typeface="Cambria" panose="02040503050406030204" pitchFamily="18" charset="0"/>
                <a:cs typeface="Arial" panose="020B0604020202090204"/>
              </a:rPr>
              <a:t>with </a:t>
            </a:r>
            <a:r>
              <a:rPr sz="2400" spc="-105" dirty="0">
                <a:latin typeface="Cambria" panose="02040503050406030204" pitchFamily="18" charset="0"/>
                <a:ea typeface="Cambria" panose="02040503050406030204" pitchFamily="18" charset="0"/>
                <a:cs typeface="Arial" panose="020B0604020202090204"/>
              </a:rPr>
              <a:t>your </a:t>
            </a:r>
            <a:r>
              <a:rPr sz="2400" spc="-80" dirty="0">
                <a:latin typeface="Cambria" panose="02040503050406030204" pitchFamily="18" charset="0"/>
                <a:ea typeface="Cambria" panose="02040503050406030204" pitchFamily="18" charset="0"/>
                <a:cs typeface="Arial" panose="020B0604020202090204"/>
              </a:rPr>
              <a:t>organization </a:t>
            </a:r>
            <a:r>
              <a:rPr sz="2400" spc="-95" dirty="0">
                <a:latin typeface="Cambria" panose="02040503050406030204" pitchFamily="18" charset="0"/>
                <a:ea typeface="Cambria" panose="02040503050406030204" pitchFamily="18" charset="0"/>
                <a:cs typeface="Arial" panose="020B0604020202090204"/>
              </a:rPr>
              <a:t>with </a:t>
            </a:r>
            <a:r>
              <a:rPr sz="2400" spc="-10" dirty="0">
                <a:latin typeface="Cambria" panose="02040503050406030204" pitchFamily="18" charset="0"/>
                <a:ea typeface="Cambria" panose="02040503050406030204" pitchFamily="18" charset="0"/>
                <a:cs typeface="Arial" panose="020B0604020202090204"/>
              </a:rPr>
              <a:t>a </a:t>
            </a:r>
            <a:r>
              <a:rPr sz="2400" spc="-130" dirty="0">
                <a:latin typeface="Cambria" panose="02040503050406030204" pitchFamily="18" charset="0"/>
                <a:ea typeface="Cambria" panose="02040503050406030204" pitchFamily="18" charset="0"/>
                <a:cs typeface="Arial" panose="020B0604020202090204"/>
              </a:rPr>
              <a:t>high </a:t>
            </a:r>
            <a:r>
              <a:rPr sz="2400" spc="-65" dirty="0">
                <a:latin typeface="Cambria" panose="02040503050406030204" pitchFamily="18" charset="0"/>
                <a:ea typeface="Cambria" panose="02040503050406030204" pitchFamily="18" charset="0"/>
                <a:cs typeface="Arial" panose="020B0604020202090204"/>
              </a:rPr>
              <a:t>degree  </a:t>
            </a:r>
            <a:r>
              <a:rPr sz="2400" spc="-5" dirty="0">
                <a:latin typeface="Cambria" panose="02040503050406030204" pitchFamily="18" charset="0"/>
                <a:ea typeface="Cambria" panose="02040503050406030204" pitchFamily="18" charset="0"/>
                <a:cs typeface="Arial" panose="020B0604020202090204"/>
              </a:rPr>
              <a:t>of </a:t>
            </a:r>
            <a:r>
              <a:rPr sz="2400" spc="-95" dirty="0">
                <a:latin typeface="Cambria" panose="02040503050406030204" pitchFamily="18" charset="0"/>
                <a:ea typeface="Cambria" panose="02040503050406030204" pitchFamily="18" charset="0"/>
                <a:cs typeface="Arial" panose="020B0604020202090204"/>
              </a:rPr>
              <a:t>diligence. </a:t>
            </a:r>
            <a:r>
              <a:rPr sz="2400" spc="-229" dirty="0">
                <a:latin typeface="Cambria" panose="02040503050406030204" pitchFamily="18" charset="0"/>
                <a:ea typeface="Cambria" panose="02040503050406030204" pitchFamily="18" charset="0"/>
                <a:cs typeface="Arial" panose="020B0604020202090204"/>
              </a:rPr>
              <a:t>She </a:t>
            </a:r>
            <a:r>
              <a:rPr sz="2400" spc="-175" dirty="0">
                <a:latin typeface="Cambria" panose="02040503050406030204" pitchFamily="18" charset="0"/>
                <a:ea typeface="Cambria" panose="02040503050406030204" pitchFamily="18" charset="0"/>
                <a:cs typeface="Arial" panose="020B0604020202090204"/>
              </a:rPr>
              <a:t>is </a:t>
            </a:r>
            <a:r>
              <a:rPr sz="2400" spc="-10" dirty="0">
                <a:latin typeface="Cambria" panose="02040503050406030204" pitchFamily="18" charset="0"/>
                <a:ea typeface="Cambria" panose="02040503050406030204" pitchFamily="18" charset="0"/>
                <a:cs typeface="Arial" panose="020B0604020202090204"/>
              </a:rPr>
              <a:t>a </a:t>
            </a:r>
            <a:r>
              <a:rPr sz="2400" spc="-120" dirty="0">
                <a:latin typeface="Cambria" panose="02040503050406030204" pitchFamily="18" charset="0"/>
                <a:ea typeface="Cambria" panose="02040503050406030204" pitchFamily="18" charset="0"/>
                <a:cs typeface="Arial" panose="020B0604020202090204"/>
              </a:rPr>
              <a:t>quick </a:t>
            </a:r>
            <a:r>
              <a:rPr sz="2400" spc="-70" dirty="0">
                <a:latin typeface="Cambria" panose="02040503050406030204" pitchFamily="18" charset="0"/>
                <a:ea typeface="Cambria" panose="02040503050406030204" pitchFamily="18" charset="0"/>
                <a:cs typeface="Arial" panose="020B0604020202090204"/>
              </a:rPr>
              <a:t>learner </a:t>
            </a:r>
            <a:r>
              <a:rPr sz="2400" spc="-90" dirty="0">
                <a:latin typeface="Cambria" panose="02040503050406030204" pitchFamily="18" charset="0"/>
                <a:ea typeface="Cambria" panose="02040503050406030204" pitchFamily="18" charset="0"/>
                <a:cs typeface="Arial" panose="020B0604020202090204"/>
              </a:rPr>
              <a:t>and </a:t>
            </a:r>
            <a:r>
              <a:rPr sz="2400" spc="-200" dirty="0">
                <a:latin typeface="Cambria" panose="02040503050406030204" pitchFamily="18" charset="0"/>
                <a:ea typeface="Cambria" panose="02040503050406030204" pitchFamily="18" charset="0"/>
                <a:cs typeface="Arial" panose="020B0604020202090204"/>
              </a:rPr>
              <a:t>has </a:t>
            </a:r>
            <a:r>
              <a:rPr sz="2400" spc="-220" dirty="0">
                <a:latin typeface="Cambria" panose="02040503050406030204" pitchFamily="18" charset="0"/>
                <a:ea typeface="Cambria" panose="02040503050406030204" pitchFamily="18" charset="0"/>
                <a:cs typeface="Arial" panose="020B0604020202090204"/>
              </a:rPr>
              <a:t>shown </a:t>
            </a:r>
            <a:r>
              <a:rPr sz="2400" spc="-120" dirty="0">
                <a:latin typeface="Cambria" panose="02040503050406030204" pitchFamily="18" charset="0"/>
                <a:ea typeface="Cambria" panose="02040503050406030204" pitchFamily="18" charset="0"/>
                <a:cs typeface="Arial" panose="020B0604020202090204"/>
              </a:rPr>
              <a:t>the </a:t>
            </a:r>
            <a:r>
              <a:rPr sz="2400" spc="-10" dirty="0">
                <a:latin typeface="Cambria" panose="02040503050406030204" pitchFamily="18" charset="0"/>
                <a:ea typeface="Cambria" panose="02040503050406030204" pitchFamily="18" charset="0"/>
                <a:cs typeface="Arial" panose="020B0604020202090204"/>
              </a:rPr>
              <a:t>ability </a:t>
            </a:r>
            <a:r>
              <a:rPr sz="2400" spc="-75" dirty="0">
                <a:latin typeface="Cambria" panose="02040503050406030204" pitchFamily="18" charset="0"/>
                <a:ea typeface="Cambria" panose="02040503050406030204" pitchFamily="18" charset="0"/>
                <a:cs typeface="Arial" panose="020B0604020202090204"/>
              </a:rPr>
              <a:t>to </a:t>
            </a:r>
            <a:r>
              <a:rPr sz="2400" spc="-90" dirty="0">
                <a:latin typeface="Cambria" panose="02040503050406030204" pitchFamily="18" charset="0"/>
                <a:ea typeface="Cambria" panose="02040503050406030204" pitchFamily="18" charset="0"/>
                <a:cs typeface="Arial" panose="020B0604020202090204"/>
              </a:rPr>
              <a:t>digest  </a:t>
            </a:r>
            <a:r>
              <a:rPr sz="2400" spc="-35" dirty="0">
                <a:latin typeface="Cambria" panose="02040503050406030204" pitchFamily="18" charset="0"/>
                <a:ea typeface="Cambria" panose="02040503050406030204" pitchFamily="18" charset="0"/>
                <a:cs typeface="Arial" panose="020B0604020202090204"/>
              </a:rPr>
              <a:t>large </a:t>
            </a:r>
            <a:r>
              <a:rPr sz="2400" spc="-185" dirty="0">
                <a:latin typeface="Cambria" panose="02040503050406030204" pitchFamily="18" charset="0"/>
                <a:ea typeface="Cambria" panose="02040503050406030204" pitchFamily="18" charset="0"/>
                <a:cs typeface="Arial" panose="020B0604020202090204"/>
              </a:rPr>
              <a:t>volumes </a:t>
            </a:r>
            <a:r>
              <a:rPr sz="2400" dirty="0">
                <a:latin typeface="Cambria" panose="02040503050406030204" pitchFamily="18" charset="0"/>
                <a:ea typeface="Cambria" panose="02040503050406030204" pitchFamily="18" charset="0"/>
                <a:cs typeface="Arial" panose="020B0604020202090204"/>
              </a:rPr>
              <a:t>of</a:t>
            </a:r>
            <a:r>
              <a:rPr sz="2400" spc="-180" dirty="0">
                <a:latin typeface="Cambria" panose="02040503050406030204" pitchFamily="18" charset="0"/>
                <a:ea typeface="Cambria" panose="02040503050406030204" pitchFamily="18" charset="0"/>
                <a:cs typeface="Arial" panose="020B0604020202090204"/>
              </a:rPr>
              <a:t> </a:t>
            </a:r>
            <a:r>
              <a:rPr sz="2400" spc="-90" dirty="0">
                <a:latin typeface="Cambria" panose="02040503050406030204" pitchFamily="18" charset="0"/>
                <a:ea typeface="Cambria" panose="02040503050406030204" pitchFamily="18" charset="0"/>
                <a:cs typeface="Arial" panose="020B0604020202090204"/>
              </a:rPr>
              <a:t>information.</a:t>
            </a:r>
            <a:endParaRPr sz="2400" dirty="0">
              <a:latin typeface="Cambria" panose="02040503050406030204" pitchFamily="18" charset="0"/>
              <a:ea typeface="Cambria" panose="02040503050406030204" pitchFamily="18" charset="0"/>
              <a:cs typeface="Arial" panose="020B060402020209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2000" y="1371600"/>
            <a:ext cx="7226300" cy="4065905"/>
          </a:xfrm>
          <a:prstGeom prst="rect">
            <a:avLst/>
          </a:prstGeom>
        </p:spPr>
        <p:txBody>
          <a:bodyPr vert="horz" wrap="square" lIns="0" tIns="43180" rIns="0" bIns="0" rtlCol="0">
            <a:spAutoFit/>
          </a:bodyPr>
          <a:lstStyle/>
          <a:p>
            <a:pPr marL="12700" marR="5080" algn="just">
              <a:lnSpc>
                <a:spcPct val="90000"/>
              </a:lnSpc>
              <a:spcBef>
                <a:spcPts val="340"/>
              </a:spcBef>
            </a:pPr>
            <a:r>
              <a:rPr sz="2400" spc="-125" dirty="0">
                <a:latin typeface="Cambria" panose="02040503050406030204" pitchFamily="18" charset="0"/>
                <a:ea typeface="Cambria" panose="02040503050406030204" pitchFamily="18" charset="0"/>
                <a:cs typeface="Arial" panose="020B0604020202090204"/>
              </a:rPr>
              <a:t>Laura </a:t>
            </a:r>
            <a:r>
              <a:rPr sz="2400" spc="-200" dirty="0">
                <a:latin typeface="Cambria" panose="02040503050406030204" pitchFamily="18" charset="0"/>
                <a:ea typeface="Cambria" panose="02040503050406030204" pitchFamily="18" charset="0"/>
                <a:cs typeface="Arial" panose="020B0604020202090204"/>
              </a:rPr>
              <a:t>has </a:t>
            </a:r>
            <a:r>
              <a:rPr sz="2400" spc="-120" dirty="0">
                <a:latin typeface="Cambria" panose="02040503050406030204" pitchFamily="18" charset="0"/>
                <a:ea typeface="Cambria" panose="02040503050406030204" pitchFamily="18" charset="0"/>
                <a:cs typeface="Arial" panose="020B0604020202090204"/>
              </a:rPr>
              <a:t>also been </a:t>
            </a:r>
            <a:r>
              <a:rPr sz="2400" spc="-60" dirty="0">
                <a:latin typeface="Cambria" panose="02040503050406030204" pitchFamily="18" charset="0"/>
                <a:ea typeface="Cambria" panose="02040503050406030204" pitchFamily="18" charset="0"/>
                <a:cs typeface="Arial" panose="020B0604020202090204"/>
              </a:rPr>
              <a:t>effective </a:t>
            </a:r>
            <a:r>
              <a:rPr sz="2400" spc="-120" dirty="0">
                <a:latin typeface="Cambria" panose="02040503050406030204" pitchFamily="18" charset="0"/>
                <a:ea typeface="Cambria" panose="02040503050406030204" pitchFamily="18" charset="0"/>
                <a:cs typeface="Arial" panose="020B0604020202090204"/>
              </a:rPr>
              <a:t>in her </a:t>
            </a:r>
            <a:r>
              <a:rPr sz="2400" spc="-55" dirty="0">
                <a:latin typeface="Cambria" panose="02040503050406030204" pitchFamily="18" charset="0"/>
                <a:ea typeface="Cambria" panose="02040503050406030204" pitchFamily="18" charset="0"/>
                <a:cs typeface="Arial" panose="020B0604020202090204"/>
              </a:rPr>
              <a:t>efforts </a:t>
            </a:r>
            <a:r>
              <a:rPr sz="2400" spc="-65" dirty="0">
                <a:latin typeface="Cambria" panose="02040503050406030204" pitchFamily="18" charset="0"/>
                <a:ea typeface="Cambria" panose="02040503050406030204" pitchFamily="18" charset="0"/>
                <a:cs typeface="Arial" panose="020B0604020202090204"/>
              </a:rPr>
              <a:t>to </a:t>
            </a:r>
            <a:r>
              <a:rPr sz="2400" spc="-100" dirty="0">
                <a:latin typeface="Cambria" panose="02040503050406030204" pitchFamily="18" charset="0"/>
                <a:ea typeface="Cambria" panose="02040503050406030204" pitchFamily="18" charset="0"/>
                <a:cs typeface="Arial" panose="020B0604020202090204"/>
              </a:rPr>
              <a:t>engage </a:t>
            </a:r>
            <a:r>
              <a:rPr sz="2400" spc="-130" dirty="0">
                <a:latin typeface="Cambria" panose="02040503050406030204" pitchFamily="18" charset="0"/>
                <a:ea typeface="Cambria" panose="02040503050406030204" pitchFamily="18" charset="0"/>
                <a:cs typeface="Arial" panose="020B0604020202090204"/>
              </a:rPr>
              <a:t>the </a:t>
            </a:r>
            <a:r>
              <a:rPr sz="2400" spc="-100" dirty="0">
                <a:latin typeface="Cambria" panose="02040503050406030204" pitchFamily="18" charset="0"/>
                <a:ea typeface="Cambria" panose="02040503050406030204" pitchFamily="18" charset="0"/>
                <a:cs typeface="Arial" panose="020B0604020202090204"/>
              </a:rPr>
              <a:t>media </a:t>
            </a:r>
            <a:r>
              <a:rPr sz="2400" spc="-155" dirty="0">
                <a:latin typeface="Cambria" panose="02040503050406030204" pitchFamily="18" charset="0"/>
                <a:ea typeface="Cambria" panose="02040503050406030204" pitchFamily="18" charset="0"/>
                <a:cs typeface="Arial" panose="020B0604020202090204"/>
              </a:rPr>
              <a:t>we  </a:t>
            </a:r>
            <a:r>
              <a:rPr sz="2400" spc="-110" dirty="0">
                <a:latin typeface="Cambria" panose="02040503050406030204" pitchFamily="18" charset="0"/>
                <a:ea typeface="Cambria" panose="02040503050406030204" pitchFamily="18" charset="0"/>
                <a:cs typeface="Arial" panose="020B0604020202090204"/>
              </a:rPr>
              <a:t>outreach </a:t>
            </a:r>
            <a:r>
              <a:rPr sz="2400" spc="-100" dirty="0">
                <a:latin typeface="Cambria" panose="02040503050406030204" pitchFamily="18" charset="0"/>
                <a:ea typeface="Cambria" panose="02040503050406030204" pitchFamily="18" charset="0"/>
                <a:cs typeface="Arial" panose="020B0604020202090204"/>
              </a:rPr>
              <a:t>to. </a:t>
            </a:r>
            <a:r>
              <a:rPr sz="2400" spc="-229" dirty="0">
                <a:latin typeface="Cambria" panose="02040503050406030204" pitchFamily="18" charset="0"/>
                <a:ea typeface="Cambria" panose="02040503050406030204" pitchFamily="18" charset="0"/>
                <a:cs typeface="Arial" panose="020B0604020202090204"/>
              </a:rPr>
              <a:t>She </a:t>
            </a:r>
            <a:r>
              <a:rPr sz="2400" spc="-200" dirty="0">
                <a:latin typeface="Cambria" panose="02040503050406030204" pitchFamily="18" charset="0"/>
                <a:ea typeface="Cambria" panose="02040503050406030204" pitchFamily="18" charset="0"/>
                <a:cs typeface="Arial" panose="020B0604020202090204"/>
              </a:rPr>
              <a:t>has </a:t>
            </a:r>
            <a:r>
              <a:rPr sz="2400" spc="-120" dirty="0">
                <a:latin typeface="Cambria" panose="02040503050406030204" pitchFamily="18" charset="0"/>
                <a:ea typeface="Cambria" panose="02040503050406030204" pitchFamily="18" charset="0"/>
                <a:cs typeface="Arial" panose="020B0604020202090204"/>
              </a:rPr>
              <a:t>been </a:t>
            </a:r>
            <a:r>
              <a:rPr sz="2400" spc="-40" dirty="0">
                <a:latin typeface="Cambria" panose="02040503050406030204" pitchFamily="18" charset="0"/>
                <a:ea typeface="Cambria" panose="02040503050406030204" pitchFamily="18" charset="0"/>
                <a:cs typeface="Arial" panose="020B0604020202090204"/>
              </a:rPr>
              <a:t>able </a:t>
            </a:r>
            <a:r>
              <a:rPr sz="2400" spc="-75" dirty="0">
                <a:latin typeface="Cambria" panose="02040503050406030204" pitchFamily="18" charset="0"/>
                <a:ea typeface="Cambria" panose="02040503050406030204" pitchFamily="18" charset="0"/>
                <a:cs typeface="Arial" panose="020B0604020202090204"/>
              </a:rPr>
              <a:t>to </a:t>
            </a:r>
            <a:r>
              <a:rPr sz="2400" spc="-55" dirty="0">
                <a:latin typeface="Cambria" panose="02040503050406030204" pitchFamily="18" charset="0"/>
                <a:ea typeface="Cambria" panose="02040503050406030204" pitchFamily="18" charset="0"/>
                <a:cs typeface="Arial" panose="020B0604020202090204"/>
              </a:rPr>
              <a:t>write </a:t>
            </a:r>
            <a:r>
              <a:rPr sz="2400" spc="-105" dirty="0">
                <a:latin typeface="Cambria" panose="02040503050406030204" pitchFamily="18" charset="0"/>
                <a:ea typeface="Cambria" panose="02040503050406030204" pitchFamily="18" charset="0"/>
                <a:cs typeface="Arial" panose="020B0604020202090204"/>
              </a:rPr>
              <a:t>interesting </a:t>
            </a:r>
            <a:r>
              <a:rPr sz="2400" spc="-165" dirty="0">
                <a:latin typeface="Cambria" panose="02040503050406030204" pitchFamily="18" charset="0"/>
                <a:ea typeface="Cambria" panose="02040503050406030204" pitchFamily="18" charset="0"/>
                <a:cs typeface="Arial" panose="020B0604020202090204"/>
              </a:rPr>
              <a:t>press </a:t>
            </a:r>
            <a:r>
              <a:rPr sz="2400" spc="-130" dirty="0">
                <a:latin typeface="Cambria" panose="02040503050406030204" pitchFamily="18" charset="0"/>
                <a:ea typeface="Cambria" panose="02040503050406030204" pitchFamily="18" charset="0"/>
                <a:cs typeface="Arial" panose="020B0604020202090204"/>
              </a:rPr>
              <a:t>releases </a:t>
            </a:r>
            <a:r>
              <a:rPr sz="2400" spc="-90" dirty="0">
                <a:latin typeface="Cambria" panose="02040503050406030204" pitchFamily="18" charset="0"/>
                <a:ea typeface="Cambria" panose="02040503050406030204" pitchFamily="18" charset="0"/>
                <a:cs typeface="Arial" panose="020B0604020202090204"/>
              </a:rPr>
              <a:t>and  articles and </a:t>
            </a:r>
            <a:r>
              <a:rPr sz="2400" spc="-165" dirty="0">
                <a:latin typeface="Cambria" panose="02040503050406030204" pitchFamily="18" charset="0"/>
                <a:ea typeface="Cambria" panose="02040503050406030204" pitchFamily="18" charset="0"/>
                <a:cs typeface="Arial" panose="020B0604020202090204"/>
              </a:rPr>
              <a:t>convince </a:t>
            </a:r>
            <a:r>
              <a:rPr sz="2400" spc="-90" dirty="0">
                <a:latin typeface="Cambria" panose="02040503050406030204" pitchFamily="18" charset="0"/>
                <a:ea typeface="Cambria" panose="02040503050406030204" pitchFamily="18" charset="0"/>
                <a:cs typeface="Arial" panose="020B0604020202090204"/>
              </a:rPr>
              <a:t>editors </a:t>
            </a:r>
            <a:r>
              <a:rPr sz="2400" spc="-65" dirty="0">
                <a:latin typeface="Cambria" panose="02040503050406030204" pitchFamily="18" charset="0"/>
                <a:ea typeface="Cambria" panose="02040503050406030204" pitchFamily="18" charset="0"/>
                <a:cs typeface="Arial" panose="020B0604020202090204"/>
              </a:rPr>
              <a:t>to </a:t>
            </a:r>
            <a:r>
              <a:rPr sz="2400" spc="-125" dirty="0">
                <a:latin typeface="Cambria" panose="02040503050406030204" pitchFamily="18" charset="0"/>
                <a:ea typeface="Cambria" panose="02040503050406030204" pitchFamily="18" charset="0"/>
                <a:cs typeface="Arial" panose="020B0604020202090204"/>
              </a:rPr>
              <a:t>publish </a:t>
            </a:r>
            <a:r>
              <a:rPr sz="2400" spc="-165" dirty="0">
                <a:latin typeface="Cambria" panose="02040503050406030204" pitchFamily="18" charset="0"/>
                <a:ea typeface="Cambria" panose="02040503050406030204" pitchFamily="18" charset="0"/>
                <a:cs typeface="Arial" panose="020B0604020202090204"/>
              </a:rPr>
              <a:t>those </a:t>
            </a:r>
            <a:r>
              <a:rPr sz="2400" spc="-140" dirty="0">
                <a:latin typeface="Cambria" panose="02040503050406030204" pitchFamily="18" charset="0"/>
                <a:ea typeface="Cambria" panose="02040503050406030204" pitchFamily="18" charset="0"/>
                <a:cs typeface="Arial" panose="020B0604020202090204"/>
              </a:rPr>
              <a:t>pieces. </a:t>
            </a:r>
            <a:r>
              <a:rPr sz="2400" spc="-200" dirty="0">
                <a:latin typeface="Cambria" panose="02040503050406030204" pitchFamily="18" charset="0"/>
                <a:ea typeface="Cambria" panose="02040503050406030204" pitchFamily="18" charset="0"/>
                <a:cs typeface="Arial" panose="020B0604020202090204"/>
              </a:rPr>
              <a:t>Ms. </a:t>
            </a:r>
            <a:r>
              <a:rPr sz="2400" spc="-125" dirty="0">
                <a:latin typeface="Cambria" panose="02040503050406030204" pitchFamily="18" charset="0"/>
                <a:ea typeface="Cambria" panose="02040503050406030204" pitchFamily="18" charset="0"/>
                <a:cs typeface="Arial" panose="020B0604020202090204"/>
              </a:rPr>
              <a:t>Woods </a:t>
            </a:r>
            <a:r>
              <a:rPr sz="2400" spc="-180" dirty="0">
                <a:latin typeface="Cambria" panose="02040503050406030204" pitchFamily="18" charset="0"/>
                <a:ea typeface="Cambria" panose="02040503050406030204" pitchFamily="18" charset="0"/>
                <a:cs typeface="Arial" panose="020B0604020202090204"/>
              </a:rPr>
              <a:t>is  </a:t>
            </a:r>
            <a:r>
              <a:rPr sz="2400" spc="-55" dirty="0">
                <a:latin typeface="Cambria" panose="02040503050406030204" pitchFamily="18" charset="0"/>
                <a:ea typeface="Cambria" panose="02040503050406030204" pitchFamily="18" charset="0"/>
                <a:cs typeface="Arial" panose="020B0604020202090204"/>
              </a:rPr>
              <a:t>willing </a:t>
            </a:r>
            <a:r>
              <a:rPr sz="2400" spc="-75" dirty="0">
                <a:latin typeface="Cambria" panose="02040503050406030204" pitchFamily="18" charset="0"/>
                <a:ea typeface="Cambria" panose="02040503050406030204" pitchFamily="18" charset="0"/>
                <a:cs typeface="Arial" panose="020B0604020202090204"/>
              </a:rPr>
              <a:t>to </a:t>
            </a:r>
            <a:r>
              <a:rPr sz="2400" spc="-80" dirty="0">
                <a:latin typeface="Cambria" panose="02040503050406030204" pitchFamily="18" charset="0"/>
                <a:ea typeface="Cambria" panose="02040503050406030204" pitchFamily="18" charset="0"/>
                <a:cs typeface="Arial" panose="020B0604020202090204"/>
              </a:rPr>
              <a:t>take </a:t>
            </a:r>
            <a:r>
              <a:rPr sz="2400" spc="-160" dirty="0">
                <a:latin typeface="Cambria" panose="02040503050406030204" pitchFamily="18" charset="0"/>
                <a:ea typeface="Cambria" panose="02040503050406030204" pitchFamily="18" charset="0"/>
                <a:cs typeface="Arial" panose="020B0604020202090204"/>
              </a:rPr>
              <a:t>risks. </a:t>
            </a:r>
            <a:r>
              <a:rPr sz="2400" spc="-229" dirty="0">
                <a:latin typeface="Cambria" panose="02040503050406030204" pitchFamily="18" charset="0"/>
                <a:ea typeface="Cambria" panose="02040503050406030204" pitchFamily="18" charset="0"/>
                <a:cs typeface="Arial" panose="020B0604020202090204"/>
              </a:rPr>
              <a:t>She </a:t>
            </a:r>
            <a:r>
              <a:rPr sz="2400" spc="-40" dirty="0">
                <a:latin typeface="Cambria" panose="02040503050406030204" pitchFamily="18" charset="0"/>
                <a:ea typeface="Cambria" panose="02040503050406030204" pitchFamily="18" charset="0"/>
                <a:cs typeface="Arial" panose="020B0604020202090204"/>
              </a:rPr>
              <a:t>will </a:t>
            </a:r>
            <a:r>
              <a:rPr sz="2400" spc="-105" dirty="0">
                <a:latin typeface="Cambria" panose="02040503050406030204" pitchFamily="18" charset="0"/>
                <a:ea typeface="Cambria" panose="02040503050406030204" pitchFamily="18" charset="0"/>
                <a:cs typeface="Arial" panose="020B0604020202090204"/>
              </a:rPr>
              <a:t>reach </a:t>
            </a:r>
            <a:r>
              <a:rPr sz="2400" spc="-125" dirty="0">
                <a:latin typeface="Cambria" panose="02040503050406030204" pitchFamily="18" charset="0"/>
                <a:ea typeface="Cambria" panose="02040503050406030204" pitchFamily="18" charset="0"/>
                <a:cs typeface="Arial" panose="020B0604020202090204"/>
              </a:rPr>
              <a:t>out </a:t>
            </a:r>
            <a:r>
              <a:rPr sz="2400" spc="-65" dirty="0">
                <a:latin typeface="Cambria" panose="02040503050406030204" pitchFamily="18" charset="0"/>
                <a:ea typeface="Cambria" panose="02040503050406030204" pitchFamily="18" charset="0"/>
                <a:cs typeface="Arial" panose="020B0604020202090204"/>
              </a:rPr>
              <a:t>to people </a:t>
            </a:r>
            <a:r>
              <a:rPr sz="2400" spc="-90" dirty="0">
                <a:latin typeface="Cambria" panose="02040503050406030204" pitchFamily="18" charset="0"/>
                <a:ea typeface="Cambria" panose="02040503050406030204" pitchFamily="18" charset="0"/>
                <a:cs typeface="Arial" panose="020B0604020202090204"/>
              </a:rPr>
              <a:t>and </a:t>
            </a:r>
            <a:r>
              <a:rPr sz="2400" spc="-120" dirty="0">
                <a:latin typeface="Cambria" panose="02040503050406030204" pitchFamily="18" charset="0"/>
                <a:ea typeface="Cambria" panose="02040503050406030204" pitchFamily="18" charset="0"/>
                <a:cs typeface="Arial" panose="020B0604020202090204"/>
              </a:rPr>
              <a:t>involve </a:t>
            </a:r>
            <a:r>
              <a:rPr sz="2400" spc="-175" dirty="0">
                <a:latin typeface="Cambria" panose="02040503050406030204" pitchFamily="18" charset="0"/>
                <a:ea typeface="Cambria" panose="02040503050406030204" pitchFamily="18" charset="0"/>
                <a:cs typeface="Arial" panose="020B0604020202090204"/>
              </a:rPr>
              <a:t>them </a:t>
            </a:r>
            <a:r>
              <a:rPr sz="2400" spc="-90" dirty="0">
                <a:latin typeface="Cambria" panose="02040503050406030204" pitchFamily="18" charset="0"/>
                <a:ea typeface="Cambria" panose="02040503050406030204" pitchFamily="18" charset="0"/>
                <a:cs typeface="Arial" panose="020B0604020202090204"/>
              </a:rPr>
              <a:t>with  </a:t>
            </a:r>
            <a:r>
              <a:rPr sz="2400" spc="-114" dirty="0">
                <a:latin typeface="Cambria" panose="02040503050406030204" pitchFamily="18" charset="0"/>
                <a:ea typeface="Cambria" panose="02040503050406030204" pitchFamily="18" charset="0"/>
                <a:cs typeface="Arial" panose="020B0604020202090204"/>
              </a:rPr>
              <a:t>projects. </a:t>
            </a:r>
            <a:r>
              <a:rPr sz="2400" spc="-120" dirty="0">
                <a:latin typeface="Cambria" panose="02040503050406030204" pitchFamily="18" charset="0"/>
                <a:ea typeface="Cambria" panose="02040503050406030204" pitchFamily="18" charset="0"/>
                <a:cs typeface="Arial" panose="020B0604020202090204"/>
              </a:rPr>
              <a:t>I </a:t>
            </a:r>
            <a:r>
              <a:rPr sz="2400" spc="-45" dirty="0">
                <a:latin typeface="Cambria" panose="02040503050406030204" pitchFamily="18" charset="0"/>
                <a:ea typeface="Cambria" panose="02040503050406030204" pitchFamily="18" charset="0"/>
                <a:cs typeface="Arial" panose="020B0604020202090204"/>
              </a:rPr>
              <a:t>particularly </a:t>
            </a:r>
            <a:r>
              <a:rPr sz="2400" spc="-60" dirty="0">
                <a:latin typeface="Cambria" panose="02040503050406030204" pitchFamily="18" charset="0"/>
                <a:ea typeface="Cambria" panose="02040503050406030204" pitchFamily="18" charset="0"/>
                <a:cs typeface="Arial" panose="020B0604020202090204"/>
              </a:rPr>
              <a:t>appreciate </a:t>
            </a:r>
            <a:r>
              <a:rPr sz="2400" spc="-140" dirty="0">
                <a:latin typeface="Cambria" panose="02040503050406030204" pitchFamily="18" charset="0"/>
                <a:ea typeface="Cambria" panose="02040503050406030204" pitchFamily="18" charset="0"/>
                <a:cs typeface="Arial" panose="020B0604020202090204"/>
              </a:rPr>
              <a:t>Laura's </a:t>
            </a:r>
            <a:r>
              <a:rPr sz="2400" spc="-135" dirty="0">
                <a:latin typeface="Cambria" panose="02040503050406030204" pitchFamily="18" charset="0"/>
                <a:ea typeface="Cambria" panose="02040503050406030204" pitchFamily="18" charset="0"/>
                <a:cs typeface="Arial" panose="020B0604020202090204"/>
              </a:rPr>
              <a:t>willingness </a:t>
            </a:r>
            <a:r>
              <a:rPr sz="2400" spc="-75" dirty="0">
                <a:latin typeface="Cambria" panose="02040503050406030204" pitchFamily="18" charset="0"/>
                <a:ea typeface="Cambria" panose="02040503050406030204" pitchFamily="18" charset="0"/>
                <a:cs typeface="Arial" panose="020B0604020202090204"/>
              </a:rPr>
              <a:t>to </a:t>
            </a:r>
            <a:r>
              <a:rPr sz="2400" spc="-80" dirty="0">
                <a:latin typeface="Cambria" panose="02040503050406030204" pitchFamily="18" charset="0"/>
                <a:ea typeface="Cambria" panose="02040503050406030204" pitchFamily="18" charset="0"/>
                <a:cs typeface="Arial" panose="020B0604020202090204"/>
              </a:rPr>
              <a:t>take </a:t>
            </a:r>
            <a:r>
              <a:rPr sz="2400" spc="-65" dirty="0">
                <a:latin typeface="Cambria" panose="02040503050406030204" pitchFamily="18" charset="0"/>
                <a:ea typeface="Cambria" panose="02040503050406030204" pitchFamily="18" charset="0"/>
                <a:cs typeface="Arial" panose="020B0604020202090204"/>
              </a:rPr>
              <a:t>initiative  to </a:t>
            </a:r>
            <a:r>
              <a:rPr sz="2400" spc="-90" dirty="0">
                <a:latin typeface="Cambria" panose="02040503050406030204" pitchFamily="18" charset="0"/>
                <a:ea typeface="Cambria" panose="02040503050406030204" pitchFamily="18" charset="0"/>
                <a:cs typeface="Arial" panose="020B0604020202090204"/>
              </a:rPr>
              <a:t>help </a:t>
            </a:r>
            <a:r>
              <a:rPr sz="2400" spc="-120" dirty="0">
                <a:latin typeface="Cambria" panose="02040503050406030204" pitchFamily="18" charset="0"/>
                <a:ea typeface="Cambria" panose="02040503050406030204" pitchFamily="18" charset="0"/>
                <a:cs typeface="Arial" panose="020B0604020202090204"/>
              </a:rPr>
              <a:t>the </a:t>
            </a:r>
            <a:r>
              <a:rPr sz="2400" spc="-40" dirty="0">
                <a:latin typeface="Cambria" panose="02040503050406030204" pitchFamily="18" charset="0"/>
                <a:ea typeface="Cambria" panose="02040503050406030204" pitchFamily="18" charset="0"/>
                <a:cs typeface="Arial" panose="020B0604020202090204"/>
              </a:rPr>
              <a:t>office </a:t>
            </a:r>
            <a:r>
              <a:rPr sz="2400" spc="-125" dirty="0">
                <a:latin typeface="Cambria" panose="02040503050406030204" pitchFamily="18" charset="0"/>
                <a:ea typeface="Cambria" panose="02040503050406030204" pitchFamily="18" charset="0"/>
                <a:cs typeface="Arial" panose="020B0604020202090204"/>
              </a:rPr>
              <a:t>serve its </a:t>
            </a:r>
            <a:r>
              <a:rPr sz="2400" spc="-155" dirty="0">
                <a:latin typeface="Cambria" panose="02040503050406030204" pitchFamily="18" charset="0"/>
                <a:ea typeface="Cambria" panose="02040503050406030204" pitchFamily="18" charset="0"/>
                <a:cs typeface="Arial" panose="020B0604020202090204"/>
              </a:rPr>
              <a:t>constituents </a:t>
            </a:r>
            <a:r>
              <a:rPr sz="2400" spc="-140" dirty="0">
                <a:latin typeface="Cambria" panose="02040503050406030204" pitchFamily="18" charset="0"/>
                <a:ea typeface="Cambria" panose="02040503050406030204" pitchFamily="18" charset="0"/>
                <a:cs typeface="Arial" panose="020B0604020202090204"/>
              </a:rPr>
              <a:t>more</a:t>
            </a:r>
            <a:r>
              <a:rPr sz="2400" spc="80" dirty="0">
                <a:latin typeface="Cambria" panose="02040503050406030204" pitchFamily="18" charset="0"/>
                <a:ea typeface="Cambria" panose="02040503050406030204" pitchFamily="18" charset="0"/>
                <a:cs typeface="Arial" panose="020B0604020202090204"/>
              </a:rPr>
              <a:t> </a:t>
            </a:r>
            <a:r>
              <a:rPr sz="2400" spc="-60" dirty="0">
                <a:latin typeface="Cambria" panose="02040503050406030204" pitchFamily="18" charset="0"/>
                <a:ea typeface="Cambria" panose="02040503050406030204" pitchFamily="18" charset="0"/>
                <a:cs typeface="Arial" panose="020B0604020202090204"/>
              </a:rPr>
              <a:t>fully.</a:t>
            </a:r>
            <a:endParaRPr sz="2400" dirty="0">
              <a:latin typeface="Cambria" panose="02040503050406030204" pitchFamily="18" charset="0"/>
              <a:ea typeface="Cambria" panose="02040503050406030204" pitchFamily="18" charset="0"/>
              <a:cs typeface="Arial" panose="020B0604020202090204"/>
            </a:endParaRPr>
          </a:p>
          <a:p>
            <a:pPr>
              <a:lnSpc>
                <a:spcPct val="100000"/>
              </a:lnSpc>
            </a:pPr>
            <a:endParaRPr sz="2400" dirty="0">
              <a:latin typeface="Cambria" panose="02040503050406030204" pitchFamily="18" charset="0"/>
              <a:ea typeface="Cambria" panose="02040503050406030204" pitchFamily="18" charset="0"/>
              <a:cs typeface="Arial" panose="020B0604020202090204"/>
            </a:endParaRPr>
          </a:p>
          <a:p>
            <a:pPr marL="104140" marR="90805" algn="just">
              <a:lnSpc>
                <a:spcPct val="90000"/>
              </a:lnSpc>
            </a:pPr>
            <a:r>
              <a:rPr sz="2400" spc="-120" dirty="0">
                <a:latin typeface="Cambria" panose="02040503050406030204" pitchFamily="18" charset="0"/>
                <a:ea typeface="Cambria" panose="02040503050406030204" pitchFamily="18" charset="0"/>
                <a:cs typeface="Arial" panose="020B0604020202090204"/>
              </a:rPr>
              <a:t>I </a:t>
            </a:r>
            <a:r>
              <a:rPr sz="2400" spc="-165" dirty="0">
                <a:latin typeface="Cambria" panose="02040503050406030204" pitchFamily="18" charset="0"/>
                <a:ea typeface="Cambria" panose="02040503050406030204" pitchFamily="18" charset="0"/>
                <a:cs typeface="Arial" panose="020B0604020202090204"/>
              </a:rPr>
              <a:t>recommend </a:t>
            </a:r>
            <a:r>
              <a:rPr sz="2400" spc="-200" dirty="0">
                <a:latin typeface="Cambria" panose="02040503050406030204" pitchFamily="18" charset="0"/>
                <a:ea typeface="Cambria" panose="02040503050406030204" pitchFamily="18" charset="0"/>
                <a:cs typeface="Arial" panose="020B0604020202090204"/>
              </a:rPr>
              <a:t>Ms. </a:t>
            </a:r>
            <a:r>
              <a:rPr sz="2400" spc="-120" dirty="0">
                <a:latin typeface="Cambria" panose="02040503050406030204" pitchFamily="18" charset="0"/>
                <a:ea typeface="Cambria" panose="02040503050406030204" pitchFamily="18" charset="0"/>
                <a:cs typeface="Arial" panose="020B0604020202090204"/>
              </a:rPr>
              <a:t>Woods </a:t>
            </a:r>
            <a:r>
              <a:rPr sz="2400" spc="-105" dirty="0">
                <a:latin typeface="Cambria" panose="02040503050406030204" pitchFamily="18" charset="0"/>
                <a:ea typeface="Cambria" panose="02040503050406030204" pitchFamily="18" charset="0"/>
                <a:cs typeface="Arial" panose="020B0604020202090204"/>
              </a:rPr>
              <a:t>without </a:t>
            </a:r>
            <a:r>
              <a:rPr sz="2400" spc="-100" dirty="0">
                <a:latin typeface="Cambria" panose="02040503050406030204" pitchFamily="18" charset="0"/>
                <a:ea typeface="Cambria" panose="02040503050406030204" pitchFamily="18" charset="0"/>
                <a:cs typeface="Arial" panose="020B0604020202090204"/>
              </a:rPr>
              <a:t>reservation. </a:t>
            </a:r>
            <a:r>
              <a:rPr sz="2400" spc="-120" dirty="0">
                <a:latin typeface="Cambria" panose="02040503050406030204" pitchFamily="18" charset="0"/>
                <a:ea typeface="Cambria" panose="02040503050406030204" pitchFamily="18" charset="0"/>
                <a:cs typeface="Arial" panose="020B0604020202090204"/>
              </a:rPr>
              <a:t>I </a:t>
            </a:r>
            <a:r>
              <a:rPr sz="2400" spc="-170" dirty="0">
                <a:latin typeface="Cambria" panose="02040503050406030204" pitchFamily="18" charset="0"/>
                <a:ea typeface="Cambria" panose="02040503050406030204" pitchFamily="18" charset="0"/>
                <a:cs typeface="Arial" panose="020B0604020202090204"/>
              </a:rPr>
              <a:t>am </a:t>
            </a:r>
            <a:r>
              <a:rPr sz="2400" spc="-95" dirty="0">
                <a:latin typeface="Cambria" panose="02040503050406030204" pitchFamily="18" charset="0"/>
                <a:ea typeface="Cambria" panose="02040503050406030204" pitchFamily="18" charset="0"/>
                <a:cs typeface="Arial" panose="020B0604020202090204"/>
              </a:rPr>
              <a:t>confident </a:t>
            </a:r>
            <a:r>
              <a:rPr sz="2400" spc="-70" dirty="0">
                <a:latin typeface="Cambria" panose="02040503050406030204" pitchFamily="18" charset="0"/>
                <a:ea typeface="Cambria" panose="02040503050406030204" pitchFamily="18" charset="0"/>
                <a:cs typeface="Arial" panose="020B0604020202090204"/>
              </a:rPr>
              <a:t>that </a:t>
            </a:r>
            <a:r>
              <a:rPr sz="2400" spc="-229" dirty="0">
                <a:latin typeface="Cambria" panose="02040503050406030204" pitchFamily="18" charset="0"/>
                <a:ea typeface="Cambria" panose="02040503050406030204" pitchFamily="18" charset="0"/>
                <a:cs typeface="Arial" panose="020B0604020202090204"/>
              </a:rPr>
              <a:t>she  </a:t>
            </a:r>
            <a:r>
              <a:rPr sz="2400" spc="-35" dirty="0">
                <a:latin typeface="Cambria" panose="02040503050406030204" pitchFamily="18" charset="0"/>
                <a:ea typeface="Cambria" panose="02040503050406030204" pitchFamily="18" charset="0"/>
                <a:cs typeface="Arial" panose="020B0604020202090204"/>
              </a:rPr>
              <a:t>will </a:t>
            </a:r>
            <a:r>
              <a:rPr sz="2400" spc="-120" dirty="0">
                <a:latin typeface="Cambria" panose="02040503050406030204" pitchFamily="18" charset="0"/>
                <a:ea typeface="Cambria" panose="02040503050406030204" pitchFamily="18" charset="0"/>
                <a:cs typeface="Arial" panose="020B0604020202090204"/>
              </a:rPr>
              <a:t>establish </a:t>
            </a:r>
            <a:r>
              <a:rPr sz="2400" spc="-95" dirty="0">
                <a:latin typeface="Cambria" panose="02040503050406030204" pitchFamily="18" charset="0"/>
                <a:ea typeface="Cambria" panose="02040503050406030204" pitchFamily="18" charset="0"/>
                <a:cs typeface="Arial" panose="020B0604020202090204"/>
              </a:rPr>
              <a:t>productive </a:t>
            </a:r>
            <a:r>
              <a:rPr sz="2400" spc="-110" dirty="0">
                <a:latin typeface="Cambria" panose="02040503050406030204" pitchFamily="18" charset="0"/>
                <a:ea typeface="Cambria" panose="02040503050406030204" pitchFamily="18" charset="0"/>
                <a:cs typeface="Arial" panose="020B0604020202090204"/>
              </a:rPr>
              <a:t>relationships </a:t>
            </a:r>
            <a:r>
              <a:rPr sz="2400" spc="-90" dirty="0">
                <a:latin typeface="Cambria" panose="02040503050406030204" pitchFamily="18" charset="0"/>
                <a:ea typeface="Cambria" panose="02040503050406030204" pitchFamily="18" charset="0"/>
                <a:cs typeface="Arial" panose="020B0604020202090204"/>
              </a:rPr>
              <a:t>with </a:t>
            </a:r>
            <a:r>
              <a:rPr sz="2400" spc="-100" dirty="0">
                <a:latin typeface="Cambria" panose="02040503050406030204" pitchFamily="18" charset="0"/>
                <a:ea typeface="Cambria" panose="02040503050406030204" pitchFamily="18" charset="0"/>
                <a:cs typeface="Arial" panose="020B0604020202090204"/>
              </a:rPr>
              <a:t>your </a:t>
            </a:r>
            <a:r>
              <a:rPr sz="2400" spc="-30" dirty="0">
                <a:latin typeface="Cambria" panose="02040503050406030204" pitchFamily="18" charset="0"/>
                <a:ea typeface="Cambria" panose="02040503050406030204" pitchFamily="18" charset="0"/>
                <a:cs typeface="Arial" panose="020B0604020202090204"/>
              </a:rPr>
              <a:t>staff</a:t>
            </a:r>
            <a:r>
              <a:rPr sz="2400" spc="-155" dirty="0">
                <a:latin typeface="Cambria" panose="02040503050406030204" pitchFamily="18" charset="0"/>
                <a:ea typeface="Cambria" panose="02040503050406030204" pitchFamily="18" charset="0"/>
                <a:cs typeface="Arial" panose="020B0604020202090204"/>
              </a:rPr>
              <a:t>. </a:t>
            </a:r>
            <a:r>
              <a:rPr sz="2400" spc="-150" dirty="0">
                <a:latin typeface="Cambria" panose="02040503050406030204" pitchFamily="18" charset="0"/>
                <a:ea typeface="Cambria" panose="02040503050406030204" pitchFamily="18" charset="0"/>
                <a:cs typeface="Arial" panose="020B0604020202090204"/>
              </a:rPr>
              <a:t>Please </a:t>
            </a:r>
            <a:r>
              <a:rPr sz="2400" spc="-45" dirty="0">
                <a:latin typeface="Cambria" panose="02040503050406030204" pitchFamily="18" charset="0"/>
                <a:ea typeface="Cambria" panose="02040503050406030204" pitchFamily="18" charset="0"/>
                <a:cs typeface="Arial" panose="020B0604020202090204"/>
              </a:rPr>
              <a:t>let </a:t>
            </a:r>
            <a:r>
              <a:rPr sz="2400" spc="-225" dirty="0">
                <a:latin typeface="Cambria" panose="02040503050406030204" pitchFamily="18" charset="0"/>
                <a:ea typeface="Cambria" panose="02040503050406030204" pitchFamily="18" charset="0"/>
                <a:cs typeface="Arial" panose="020B0604020202090204"/>
              </a:rPr>
              <a:t>me </a:t>
            </a:r>
            <a:r>
              <a:rPr sz="2400" spc="-160" dirty="0">
                <a:latin typeface="Cambria" panose="02040503050406030204" pitchFamily="18" charset="0"/>
                <a:ea typeface="Cambria" panose="02040503050406030204" pitchFamily="18" charset="0"/>
                <a:cs typeface="Arial" panose="020B0604020202090204"/>
              </a:rPr>
              <a:t>know </a:t>
            </a:r>
            <a:r>
              <a:rPr sz="2400" spc="50" dirty="0">
                <a:latin typeface="Cambria" panose="02040503050406030204" pitchFamily="18" charset="0"/>
                <a:ea typeface="Cambria" panose="02040503050406030204" pitchFamily="18" charset="0"/>
                <a:cs typeface="Arial" panose="020B0604020202090204"/>
              </a:rPr>
              <a:t>if </a:t>
            </a:r>
            <a:r>
              <a:rPr sz="2400" spc="-135" dirty="0">
                <a:latin typeface="Cambria" panose="02040503050406030204" pitchFamily="18" charset="0"/>
                <a:ea typeface="Cambria" panose="02040503050406030204" pitchFamily="18" charset="0"/>
                <a:cs typeface="Arial" panose="020B0604020202090204"/>
              </a:rPr>
              <a:t>you </a:t>
            </a:r>
            <a:r>
              <a:rPr sz="2400" spc="-114" dirty="0">
                <a:latin typeface="Cambria" panose="02040503050406030204" pitchFamily="18" charset="0"/>
                <a:ea typeface="Cambria" panose="02040503050406030204" pitchFamily="18" charset="0"/>
                <a:cs typeface="Arial" panose="020B0604020202090204"/>
              </a:rPr>
              <a:t>need</a:t>
            </a:r>
            <a:r>
              <a:rPr sz="2400" spc="-10" dirty="0">
                <a:latin typeface="Cambria" panose="02040503050406030204" pitchFamily="18" charset="0"/>
                <a:ea typeface="Cambria" panose="02040503050406030204" pitchFamily="18" charset="0"/>
                <a:cs typeface="Arial" panose="020B0604020202090204"/>
              </a:rPr>
              <a:t> </a:t>
            </a:r>
            <a:r>
              <a:rPr sz="2400" spc="-45" dirty="0">
                <a:latin typeface="Cambria" panose="02040503050406030204" pitchFamily="18" charset="0"/>
                <a:ea typeface="Cambria" panose="02040503050406030204" pitchFamily="18" charset="0"/>
                <a:cs typeface="Arial" panose="020B0604020202090204"/>
              </a:rPr>
              <a:t>additional </a:t>
            </a:r>
            <a:r>
              <a:rPr sz="2400" spc="-90" dirty="0">
                <a:latin typeface="Cambria" panose="02040503050406030204" pitchFamily="18" charset="0"/>
                <a:ea typeface="Cambria" panose="02040503050406030204" pitchFamily="18" charset="0"/>
                <a:cs typeface="Arial" panose="020B0604020202090204"/>
              </a:rPr>
              <a:t>information </a:t>
            </a:r>
            <a:r>
              <a:rPr sz="2400" spc="-75" dirty="0">
                <a:latin typeface="Cambria" panose="02040503050406030204" pitchFamily="18" charset="0"/>
                <a:ea typeface="Cambria" panose="02040503050406030204" pitchFamily="18" charset="0"/>
                <a:cs typeface="Arial" panose="020B0604020202090204"/>
              </a:rPr>
              <a:t>about  </a:t>
            </a:r>
            <a:r>
              <a:rPr sz="2400" spc="-150" dirty="0">
                <a:latin typeface="Cambria" panose="02040503050406030204" pitchFamily="18" charset="0"/>
                <a:ea typeface="Cambria" panose="02040503050406030204" pitchFamily="18" charset="0"/>
                <a:cs typeface="Arial" panose="020B0604020202090204"/>
              </a:rPr>
              <a:t>this </a:t>
            </a:r>
            <a:r>
              <a:rPr sz="2400" spc="-110" dirty="0">
                <a:latin typeface="Cambria" panose="02040503050406030204" pitchFamily="18" charset="0"/>
                <a:ea typeface="Cambria" panose="02040503050406030204" pitchFamily="18" charset="0"/>
                <a:cs typeface="Arial" panose="020B0604020202090204"/>
              </a:rPr>
              <a:t>outstanding </a:t>
            </a:r>
            <a:r>
              <a:rPr sz="2400" spc="-130" dirty="0">
                <a:latin typeface="Cambria" panose="02040503050406030204" pitchFamily="18" charset="0"/>
                <a:ea typeface="Cambria" panose="02040503050406030204" pitchFamily="18" charset="0"/>
                <a:cs typeface="Arial" panose="020B0604020202090204"/>
              </a:rPr>
              <a:t>young</a:t>
            </a:r>
            <a:r>
              <a:rPr sz="2400" spc="145" dirty="0">
                <a:latin typeface="Cambria" panose="02040503050406030204" pitchFamily="18" charset="0"/>
                <a:ea typeface="Cambria" panose="02040503050406030204" pitchFamily="18" charset="0"/>
                <a:cs typeface="Arial" panose="020B0604020202090204"/>
              </a:rPr>
              <a:t> </a:t>
            </a:r>
            <a:r>
              <a:rPr sz="2400" spc="-160" dirty="0">
                <a:latin typeface="Cambria" panose="02040503050406030204" pitchFamily="18" charset="0"/>
                <a:ea typeface="Cambria" panose="02040503050406030204" pitchFamily="18" charset="0"/>
                <a:cs typeface="Arial" panose="020B0604020202090204"/>
              </a:rPr>
              <a:t>woman.</a:t>
            </a:r>
            <a:endParaRPr sz="2400" dirty="0">
              <a:latin typeface="Cambria" panose="02040503050406030204" pitchFamily="18" charset="0"/>
              <a:ea typeface="Cambria" panose="02040503050406030204" pitchFamily="18" charset="0"/>
              <a:cs typeface="Arial" panose="020B060402020209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538644" y="993266"/>
            <a:ext cx="5860541" cy="553998"/>
          </a:xfrm>
        </p:spPr>
        <p:txBody>
          <a:bodyPr>
            <a:normAutofit fontScale="90000"/>
          </a:bodyPr>
          <a:lstStyle/>
          <a:p>
            <a:r>
              <a:rPr lang="en-US" sz="3600" dirty="0">
                <a:latin typeface="Cambria" panose="02040503050406030204" pitchFamily="18" charset="0"/>
                <a:ea typeface="Cambria" panose="02040503050406030204" pitchFamily="18" charset="0"/>
              </a:rPr>
              <a:t>INQUIRY MESSAGES</a:t>
            </a:r>
          </a:p>
        </p:txBody>
      </p:sp>
      <p:sp>
        <p:nvSpPr>
          <p:cNvPr id="3" name="object 3"/>
          <p:cNvSpPr txBox="1">
            <a:spLocks noGrp="1"/>
          </p:cNvSpPr>
          <p:nvPr>
            <p:ph idx="1"/>
          </p:nvPr>
        </p:nvSpPr>
        <p:spPr>
          <a:xfrm>
            <a:off x="1066800" y="3124200"/>
            <a:ext cx="7924800" cy="3655060"/>
          </a:xfrm>
          <a:prstGeom prst="rect">
            <a:avLst/>
          </a:prstGeom>
        </p:spPr>
        <p:txBody>
          <a:bodyPr vert="horz" wrap="square" lIns="0" tIns="12065" rIns="0" bIns="0" rtlCol="0">
            <a:spAutoFit/>
          </a:bodyPr>
          <a:lstStyle/>
          <a:p>
            <a:pPr marL="0" indent="0">
              <a:lnSpc>
                <a:spcPct val="100000"/>
              </a:lnSpc>
              <a:spcBef>
                <a:spcPts val="95"/>
              </a:spcBef>
              <a:buNone/>
            </a:pPr>
            <a:r>
              <a:rPr lang="en-US" sz="2200" spc="-180" dirty="0">
                <a:latin typeface="Cambria" panose="02040503050406030204" pitchFamily="18" charset="0"/>
                <a:ea typeface="Cambria" panose="02040503050406030204" pitchFamily="18" charset="0"/>
              </a:rPr>
              <a:t>Purpose – to request for information </a:t>
            </a:r>
          </a:p>
          <a:p>
            <a:pPr marL="54610">
              <a:lnSpc>
                <a:spcPct val="100000"/>
              </a:lnSpc>
              <a:spcBef>
                <a:spcPts val="95"/>
              </a:spcBef>
            </a:pPr>
            <a:endParaRPr lang="en-US" sz="2200" spc="-180" dirty="0">
              <a:latin typeface="Cambria" panose="02040503050406030204" pitchFamily="18" charset="0"/>
              <a:ea typeface="Cambria" panose="02040503050406030204" pitchFamily="18" charset="0"/>
            </a:endParaRPr>
          </a:p>
          <a:p>
            <a:pPr marL="0" indent="0">
              <a:lnSpc>
                <a:spcPct val="100000"/>
              </a:lnSpc>
              <a:spcBef>
                <a:spcPts val="95"/>
              </a:spcBef>
              <a:buNone/>
            </a:pPr>
            <a:r>
              <a:rPr lang="en-US" sz="2200" spc="-180" dirty="0">
                <a:latin typeface="Cambria" panose="02040503050406030204" pitchFamily="18" charset="0"/>
                <a:ea typeface="Cambria" panose="02040503050406030204" pitchFamily="18" charset="0"/>
              </a:rPr>
              <a:t>(</a:t>
            </a:r>
            <a:r>
              <a:rPr lang="en-US" sz="2200" spc="-5" dirty="0">
                <a:latin typeface="Cambria" panose="02040503050406030204" pitchFamily="18" charset="0"/>
                <a:ea typeface="Cambria" panose="02040503050406030204" pitchFamily="18" charset="0"/>
                <a:cs typeface="Arial" panose="020B0604020202090204"/>
                <a:sym typeface="+mn-ea"/>
              </a:rPr>
              <a:t>Introduction</a:t>
            </a:r>
            <a:r>
              <a:rPr lang="en-US" sz="2200" spc="-180" dirty="0">
                <a:latin typeface="Cambria" panose="02040503050406030204" pitchFamily="18" charset="0"/>
                <a:ea typeface="Cambria" panose="02040503050406030204" pitchFamily="18" charset="0"/>
              </a:rPr>
              <a:t>) </a:t>
            </a:r>
            <a:r>
              <a:rPr sz="2200" spc="-180" dirty="0">
                <a:latin typeface="Cambria" panose="02040503050406030204" pitchFamily="18" charset="0"/>
                <a:ea typeface="Cambria" panose="02040503050406030204" pitchFamily="18" charset="0"/>
              </a:rPr>
              <a:t>Begin </a:t>
            </a:r>
            <a:r>
              <a:rPr sz="2200" spc="-70" dirty="0">
                <a:latin typeface="Cambria" panose="02040503050406030204" pitchFamily="18" charset="0"/>
                <a:ea typeface="Cambria" panose="02040503050406030204" pitchFamily="18" charset="0"/>
              </a:rPr>
              <a:t>by </a:t>
            </a:r>
            <a:r>
              <a:rPr sz="2200" spc="-60" dirty="0">
                <a:latin typeface="Cambria" panose="02040503050406030204" pitchFamily="18" charset="0"/>
                <a:ea typeface="Cambria" panose="02040503050406030204" pitchFamily="18" charset="0"/>
              </a:rPr>
              <a:t>clearly </a:t>
            </a:r>
            <a:r>
              <a:rPr sz="2200" spc="-120" dirty="0">
                <a:latin typeface="Cambria" panose="02040503050406030204" pitchFamily="18" charset="0"/>
                <a:ea typeface="Cambria" panose="02040503050406030204" pitchFamily="18" charset="0"/>
              </a:rPr>
              <a:t>describing </a:t>
            </a:r>
            <a:r>
              <a:rPr sz="2200" spc="-130" dirty="0">
                <a:latin typeface="Cambria" panose="02040503050406030204" pitchFamily="18" charset="0"/>
                <a:ea typeface="Cambria" panose="02040503050406030204" pitchFamily="18" charset="0"/>
              </a:rPr>
              <a:t>you</a:t>
            </a:r>
            <a:r>
              <a:rPr lang="en-US" sz="2200" spc="-130" dirty="0">
                <a:latin typeface="Cambria" panose="02040503050406030204" pitchFamily="18" charset="0"/>
                <a:ea typeface="Cambria" panose="02040503050406030204" pitchFamily="18" charset="0"/>
              </a:rPr>
              <a:t>r purpose</a:t>
            </a:r>
            <a:r>
              <a:rPr sz="2200" spc="-150" dirty="0">
                <a:latin typeface="Cambria" panose="02040503050406030204" pitchFamily="18" charset="0"/>
                <a:ea typeface="Cambria" panose="02040503050406030204" pitchFamily="18" charset="0"/>
              </a:rPr>
              <a:t>.</a:t>
            </a:r>
            <a:r>
              <a:rPr lang="en-US" sz="2200" spc="-150" dirty="0">
                <a:latin typeface="Cambria" panose="02040503050406030204" pitchFamily="18" charset="0"/>
                <a:ea typeface="Cambria" panose="02040503050406030204" pitchFamily="18" charset="0"/>
              </a:rPr>
              <a:t> (what you want to know?)</a:t>
            </a:r>
            <a:endParaRPr sz="2200" spc="-150" dirty="0">
              <a:latin typeface="Cambria" panose="02040503050406030204" pitchFamily="18" charset="0"/>
              <a:ea typeface="Cambria" panose="02040503050406030204" pitchFamily="18" charset="0"/>
            </a:endParaRPr>
          </a:p>
          <a:p>
            <a:pPr marL="0" marR="5080" indent="0">
              <a:lnSpc>
                <a:spcPts val="2700"/>
              </a:lnSpc>
              <a:spcBef>
                <a:spcPts val="2105"/>
              </a:spcBef>
              <a:buNone/>
            </a:pPr>
            <a:r>
              <a:rPr lang="en-US" sz="2200" spc="-175" dirty="0">
                <a:latin typeface="Cambria" panose="02040503050406030204" pitchFamily="18" charset="0"/>
                <a:ea typeface="Cambria" panose="02040503050406030204" pitchFamily="18" charset="0"/>
              </a:rPr>
              <a:t>(</a:t>
            </a:r>
            <a:r>
              <a:rPr lang="en-US" sz="2200" spc="-5" dirty="0">
                <a:latin typeface="Cambria" panose="02040503050406030204" pitchFamily="18" charset="0"/>
                <a:ea typeface="Cambria" panose="02040503050406030204" pitchFamily="18" charset="0"/>
                <a:cs typeface="Arial" panose="020B0604020202090204"/>
                <a:sym typeface="+mn-ea"/>
              </a:rPr>
              <a:t>Body</a:t>
            </a:r>
            <a:r>
              <a:rPr lang="en-US" sz="2200" spc="-175" dirty="0">
                <a:latin typeface="Cambria" panose="02040503050406030204" pitchFamily="18" charset="0"/>
                <a:ea typeface="Cambria" panose="02040503050406030204" pitchFamily="18" charset="0"/>
              </a:rPr>
              <a:t>) i</a:t>
            </a:r>
            <a:r>
              <a:rPr sz="2200" spc="-175" dirty="0">
                <a:latin typeface="Cambria" panose="02040503050406030204" pitchFamily="18" charset="0"/>
                <a:ea typeface="Cambria" panose="02040503050406030204" pitchFamily="18" charset="0"/>
              </a:rPr>
              <a:t>nclude </a:t>
            </a:r>
            <a:r>
              <a:rPr sz="2200" spc="-85" dirty="0">
                <a:latin typeface="Cambria" panose="02040503050406030204" pitchFamily="18" charset="0"/>
                <a:ea typeface="Cambria" panose="02040503050406030204" pitchFamily="18" charset="0"/>
              </a:rPr>
              <a:t>adequate </a:t>
            </a:r>
            <a:r>
              <a:rPr sz="2200" spc="-90" dirty="0">
                <a:latin typeface="Cambria" panose="02040503050406030204" pitchFamily="18" charset="0"/>
                <a:ea typeface="Cambria" panose="02040503050406030204" pitchFamily="18" charset="0"/>
              </a:rPr>
              <a:t>details </a:t>
            </a:r>
            <a:r>
              <a:rPr sz="2200" spc="-285" dirty="0">
                <a:latin typeface="Cambria" panose="02040503050406030204" pitchFamily="18" charset="0"/>
                <a:ea typeface="Cambria" panose="02040503050406030204" pitchFamily="18" charset="0"/>
              </a:rPr>
              <a:t>so </a:t>
            </a:r>
            <a:r>
              <a:rPr sz="2200" spc="-155" dirty="0">
                <a:latin typeface="Cambria" panose="02040503050406030204" pitchFamily="18" charset="0"/>
                <a:ea typeface="Cambria" panose="02040503050406030204" pitchFamily="18" charset="0"/>
              </a:rPr>
              <a:t>the </a:t>
            </a:r>
            <a:r>
              <a:rPr sz="2200" spc="-120" dirty="0">
                <a:latin typeface="Cambria" panose="02040503050406030204" pitchFamily="18" charset="0"/>
                <a:ea typeface="Cambria" panose="02040503050406030204" pitchFamily="18" charset="0"/>
              </a:rPr>
              <a:t>receiver </a:t>
            </a:r>
            <a:r>
              <a:rPr sz="2200" spc="-200" dirty="0">
                <a:latin typeface="Cambria" panose="02040503050406030204" pitchFamily="18" charset="0"/>
                <a:ea typeface="Cambria" panose="02040503050406030204" pitchFamily="18" charset="0"/>
              </a:rPr>
              <a:t>can </a:t>
            </a:r>
            <a:r>
              <a:rPr sz="2200" spc="-185" dirty="0">
                <a:latin typeface="Cambria" panose="02040503050406030204" pitchFamily="18" charset="0"/>
                <a:ea typeface="Cambria" panose="02040503050406030204" pitchFamily="18" charset="0"/>
              </a:rPr>
              <a:t>answer </a:t>
            </a:r>
            <a:r>
              <a:rPr sz="2200" spc="-130" dirty="0">
                <a:latin typeface="Cambria" panose="02040503050406030204" pitchFamily="18" charset="0"/>
                <a:ea typeface="Cambria" panose="02040503050406030204" pitchFamily="18" charset="0"/>
              </a:rPr>
              <a:t>your </a:t>
            </a:r>
            <a:r>
              <a:rPr sz="2200" spc="-120" dirty="0">
                <a:latin typeface="Cambria" panose="02040503050406030204" pitchFamily="18" charset="0"/>
                <a:ea typeface="Cambria" panose="02040503050406030204" pitchFamily="18" charset="0"/>
              </a:rPr>
              <a:t>inquiry</a:t>
            </a:r>
          </a:p>
          <a:p>
            <a:pPr marL="0" indent="0">
              <a:lnSpc>
                <a:spcPct val="100000"/>
              </a:lnSpc>
              <a:spcBef>
                <a:spcPts val="1725"/>
              </a:spcBef>
              <a:buNone/>
            </a:pPr>
            <a:r>
              <a:rPr lang="en-US" sz="2200" spc="-295" dirty="0">
                <a:latin typeface="Cambria" panose="02040503050406030204" pitchFamily="18" charset="0"/>
                <a:ea typeface="Cambria" panose="02040503050406030204" pitchFamily="18" charset="0"/>
              </a:rPr>
              <a:t>(</a:t>
            </a:r>
            <a:r>
              <a:rPr lang="en-US" sz="2200" spc="-5" dirty="0">
                <a:latin typeface="Cambria" panose="02040503050406030204" pitchFamily="18" charset="0"/>
                <a:ea typeface="Cambria" panose="02040503050406030204" pitchFamily="18" charset="0"/>
                <a:cs typeface="Arial" panose="020B0604020202090204"/>
                <a:sym typeface="+mn-ea"/>
              </a:rPr>
              <a:t>Conclusion</a:t>
            </a:r>
            <a:r>
              <a:rPr lang="en-US" sz="2200" spc="-295" dirty="0">
                <a:latin typeface="Cambria" panose="02040503050406030204" pitchFamily="18" charset="0"/>
                <a:ea typeface="Cambria" panose="02040503050406030204" pitchFamily="18" charset="0"/>
              </a:rPr>
              <a:t>) </a:t>
            </a:r>
            <a:r>
              <a:rPr sz="2200" spc="-295" dirty="0">
                <a:latin typeface="Cambria" panose="02040503050406030204" pitchFamily="18" charset="0"/>
                <a:ea typeface="Cambria" panose="02040503050406030204" pitchFamily="18" charset="0"/>
              </a:rPr>
              <a:t>End </a:t>
            </a:r>
            <a:r>
              <a:rPr sz="2200" spc="-114" dirty="0">
                <a:latin typeface="Cambria" panose="02040503050406030204" pitchFamily="18" charset="0"/>
                <a:ea typeface="Cambria" panose="02040503050406030204" pitchFamily="18" charset="0"/>
              </a:rPr>
              <a:t>with </a:t>
            </a:r>
            <a:r>
              <a:rPr sz="2200" spc="-90" dirty="0">
                <a:latin typeface="Cambria" panose="02040503050406030204" pitchFamily="18" charset="0"/>
                <a:ea typeface="Cambria" panose="02040503050406030204" pitchFamily="18" charset="0"/>
              </a:rPr>
              <a:t>clear </a:t>
            </a:r>
            <a:r>
              <a:rPr sz="2200" spc="-140" dirty="0">
                <a:latin typeface="Cambria" panose="02040503050406030204" pitchFamily="18" charset="0"/>
                <a:ea typeface="Cambria" panose="02040503050406030204" pitchFamily="18" charset="0"/>
              </a:rPr>
              <a:t>directions </a:t>
            </a:r>
            <a:r>
              <a:rPr sz="2200" spc="-280" dirty="0">
                <a:latin typeface="Cambria" panose="02040503050406030204" pitchFamily="18" charset="0"/>
                <a:ea typeface="Cambria" panose="02040503050406030204" pitchFamily="18" charset="0"/>
              </a:rPr>
              <a:t>so </a:t>
            </a:r>
            <a:r>
              <a:rPr sz="2200" spc="-155" dirty="0">
                <a:latin typeface="Cambria" panose="02040503050406030204" pitchFamily="18" charset="0"/>
                <a:ea typeface="Cambria" panose="02040503050406030204" pitchFamily="18" charset="0"/>
              </a:rPr>
              <a:t>the </a:t>
            </a:r>
            <a:r>
              <a:rPr sz="2200" spc="-120" dirty="0">
                <a:latin typeface="Cambria" panose="02040503050406030204" pitchFamily="18" charset="0"/>
                <a:ea typeface="Cambria" panose="02040503050406030204" pitchFamily="18" charset="0"/>
              </a:rPr>
              <a:t>receiver </a:t>
            </a:r>
            <a:r>
              <a:rPr sz="2200" spc="-200" dirty="0">
                <a:latin typeface="Cambria" panose="02040503050406030204" pitchFamily="18" charset="0"/>
                <a:ea typeface="Cambria" panose="02040503050406030204" pitchFamily="18" charset="0"/>
              </a:rPr>
              <a:t>can</a:t>
            </a:r>
            <a:r>
              <a:rPr sz="2200" spc="-120" dirty="0">
                <a:latin typeface="Cambria" panose="02040503050406030204" pitchFamily="18" charset="0"/>
                <a:ea typeface="Cambria" panose="02040503050406030204" pitchFamily="18" charset="0"/>
              </a:rPr>
              <a:t> </a:t>
            </a:r>
            <a:r>
              <a:rPr sz="2200" spc="-150" dirty="0">
                <a:latin typeface="Cambria" panose="02040503050406030204" pitchFamily="18" charset="0"/>
                <a:ea typeface="Cambria" panose="02040503050406030204" pitchFamily="18" charset="0"/>
              </a:rPr>
              <a:t>respond</a:t>
            </a:r>
            <a:endParaRPr lang="en-US" sz="2200" spc="-150" dirty="0">
              <a:latin typeface="Cambria" panose="02040503050406030204" pitchFamily="18" charset="0"/>
              <a:ea typeface="Cambria" panose="02040503050406030204" pitchFamily="18" charset="0"/>
            </a:endParaRPr>
          </a:p>
          <a:p>
            <a:pPr marL="0" indent="0">
              <a:lnSpc>
                <a:spcPct val="100000"/>
              </a:lnSpc>
              <a:spcBef>
                <a:spcPts val="1725"/>
              </a:spcBef>
              <a:buNone/>
            </a:pPr>
            <a:endParaRPr lang="en-US" spc="-150" dirty="0"/>
          </a:p>
          <a:p>
            <a:pPr marL="0" indent="0">
              <a:lnSpc>
                <a:spcPct val="100000"/>
              </a:lnSpc>
              <a:spcBef>
                <a:spcPts val="1725"/>
              </a:spcBef>
              <a:buNone/>
            </a:pPr>
            <a:endParaRPr spc="-150" dirty="0"/>
          </a:p>
        </p:txBody>
      </p:sp>
      <p:sp>
        <p:nvSpPr>
          <p:cNvPr id="4" name="object 4"/>
          <p:cNvSpPr/>
          <p:nvPr/>
        </p:nvSpPr>
        <p:spPr>
          <a:xfrm>
            <a:off x="674504" y="5410200"/>
            <a:ext cx="216408" cy="20767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86562" y="3883482"/>
            <a:ext cx="216408" cy="20767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701399" y="4830021"/>
            <a:ext cx="216408" cy="207670"/>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534162" y="1677161"/>
            <a:ext cx="4114800" cy="0"/>
          </a:xfrm>
          <a:custGeom>
            <a:avLst/>
            <a:gdLst/>
            <a:ahLst/>
            <a:cxnLst/>
            <a:rect l="l" t="t" r="r" b="b"/>
            <a:pathLst>
              <a:path w="4114800">
                <a:moveTo>
                  <a:pt x="0" y="0"/>
                </a:moveTo>
                <a:lnTo>
                  <a:pt x="4114800" y="0"/>
                </a:lnTo>
              </a:path>
            </a:pathLst>
          </a:custGeom>
          <a:ln w="28956">
            <a:solidFill>
              <a:srgbClr val="2583C5"/>
            </a:solidFill>
          </a:ln>
        </p:spPr>
        <p:txBody>
          <a:bodyPr wrap="square" lIns="0" tIns="0" rIns="0" bIns="0" rtlCol="0"/>
          <a:lstStyle/>
          <a:p>
            <a:endParaRPr/>
          </a:p>
        </p:txBody>
      </p:sp>
      <p:sp>
        <p:nvSpPr>
          <p:cNvPr id="9" name="object 9"/>
          <p:cNvSpPr txBox="1"/>
          <p:nvPr/>
        </p:nvSpPr>
        <p:spPr>
          <a:xfrm>
            <a:off x="686562" y="2090166"/>
            <a:ext cx="7772400" cy="797653"/>
          </a:xfrm>
          <a:prstGeom prst="rect">
            <a:avLst/>
          </a:prstGeom>
          <a:ln w="28955">
            <a:solidFill>
              <a:srgbClr val="2583C5"/>
            </a:solidFill>
          </a:ln>
        </p:spPr>
        <p:txBody>
          <a:bodyPr vert="horz" wrap="square" lIns="0" tIns="27939" rIns="0" bIns="0" rtlCol="0">
            <a:spAutoFit/>
          </a:bodyPr>
          <a:lstStyle/>
          <a:p>
            <a:pPr marL="90170" marR="676275">
              <a:lnSpc>
                <a:spcPct val="100000"/>
              </a:lnSpc>
              <a:spcBef>
                <a:spcPts val="220"/>
              </a:spcBef>
            </a:pPr>
            <a:r>
              <a:rPr sz="2500" spc="-110" dirty="0">
                <a:solidFill>
                  <a:srgbClr val="1CACE3"/>
                </a:solidFill>
                <a:latin typeface="Cambria" panose="02040503050406030204" pitchFamily="18" charset="0"/>
                <a:ea typeface="Cambria" panose="02040503050406030204" pitchFamily="18" charset="0"/>
                <a:cs typeface="Arial" panose="020B0604020202090204"/>
              </a:rPr>
              <a:t>Inquiry </a:t>
            </a:r>
            <a:r>
              <a:rPr sz="2500" spc="-254" dirty="0">
                <a:latin typeface="Cambria" panose="02040503050406030204" pitchFamily="18" charset="0"/>
                <a:ea typeface="Cambria" panose="02040503050406030204" pitchFamily="18" charset="0"/>
                <a:cs typeface="Arial" panose="020B0604020202090204"/>
              </a:rPr>
              <a:t>messages </a:t>
            </a:r>
            <a:r>
              <a:rPr sz="2500" spc="-200" dirty="0">
                <a:latin typeface="Cambria" panose="02040503050406030204" pitchFamily="18" charset="0"/>
                <a:ea typeface="Cambria" panose="02040503050406030204" pitchFamily="18" charset="0"/>
                <a:cs typeface="Arial" panose="020B0604020202090204"/>
              </a:rPr>
              <a:t>ask </a:t>
            </a:r>
            <a:r>
              <a:rPr sz="2500" spc="-155" dirty="0">
                <a:latin typeface="Cambria" panose="02040503050406030204" pitchFamily="18" charset="0"/>
                <a:ea typeface="Cambria" panose="02040503050406030204" pitchFamily="18" charset="0"/>
                <a:cs typeface="Arial" panose="020B0604020202090204"/>
              </a:rPr>
              <a:t>the </a:t>
            </a:r>
            <a:r>
              <a:rPr sz="2500" spc="-120" dirty="0">
                <a:latin typeface="Cambria" panose="02040503050406030204" pitchFamily="18" charset="0"/>
                <a:ea typeface="Cambria" panose="02040503050406030204" pitchFamily="18" charset="0"/>
                <a:cs typeface="Arial" panose="020B0604020202090204"/>
              </a:rPr>
              <a:t>receiver </a:t>
            </a:r>
            <a:r>
              <a:rPr sz="2500" spc="-20" dirty="0">
                <a:latin typeface="Cambria" panose="02040503050406030204" pitchFamily="18" charset="0"/>
                <a:ea typeface="Cambria" panose="02040503050406030204" pitchFamily="18" charset="0"/>
                <a:cs typeface="Arial" panose="020B0604020202090204"/>
              </a:rPr>
              <a:t>for </a:t>
            </a:r>
            <a:r>
              <a:rPr sz="2500" spc="-114" dirty="0">
                <a:latin typeface="Cambria" panose="02040503050406030204" pitchFamily="18" charset="0"/>
                <a:ea typeface="Cambria" panose="02040503050406030204" pitchFamily="18" charset="0"/>
                <a:cs typeface="Arial" panose="020B0604020202090204"/>
              </a:rPr>
              <a:t>information </a:t>
            </a:r>
            <a:r>
              <a:rPr sz="2500" spc="-100" dirty="0">
                <a:latin typeface="Cambria" panose="02040503050406030204" pitchFamily="18" charset="0"/>
                <a:ea typeface="Cambria" panose="02040503050406030204" pitchFamily="18" charset="0"/>
                <a:cs typeface="Arial" panose="020B0604020202090204"/>
              </a:rPr>
              <a:t>about  </a:t>
            </a:r>
            <a:r>
              <a:rPr sz="2500" spc="-155" dirty="0">
                <a:latin typeface="Cambria" panose="02040503050406030204" pitchFamily="18" charset="0"/>
                <a:ea typeface="Cambria" panose="02040503050406030204" pitchFamily="18" charset="0"/>
                <a:cs typeface="Arial" panose="020B0604020202090204"/>
              </a:rPr>
              <a:t>products </a:t>
            </a:r>
            <a:r>
              <a:rPr sz="2500" spc="-75" dirty="0">
                <a:latin typeface="Cambria" panose="02040503050406030204" pitchFamily="18" charset="0"/>
                <a:ea typeface="Cambria" panose="02040503050406030204" pitchFamily="18" charset="0"/>
                <a:cs typeface="Arial" panose="020B0604020202090204"/>
              </a:rPr>
              <a:t>or</a:t>
            </a:r>
            <a:r>
              <a:rPr sz="2500" spc="165" dirty="0">
                <a:latin typeface="Cambria" panose="02040503050406030204" pitchFamily="18" charset="0"/>
                <a:ea typeface="Cambria" panose="02040503050406030204" pitchFamily="18" charset="0"/>
                <a:cs typeface="Arial" panose="020B0604020202090204"/>
              </a:rPr>
              <a:t> </a:t>
            </a:r>
            <a:r>
              <a:rPr sz="2500" spc="-185" dirty="0">
                <a:latin typeface="Cambria" panose="02040503050406030204" pitchFamily="18" charset="0"/>
                <a:ea typeface="Cambria" panose="02040503050406030204" pitchFamily="18" charset="0"/>
                <a:cs typeface="Arial" panose="020B0604020202090204"/>
              </a:rPr>
              <a:t>services.</a:t>
            </a:r>
            <a:endParaRPr sz="2500" dirty="0">
              <a:latin typeface="Cambria" panose="02040503050406030204" pitchFamily="18" charset="0"/>
              <a:ea typeface="Cambria" panose="02040503050406030204" pitchFamily="18" charset="0"/>
              <a:cs typeface="Arial" panose="020B060402020209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1420" y="831415"/>
            <a:ext cx="7198995" cy="5111143"/>
          </a:xfrm>
          <a:prstGeom prst="rect">
            <a:avLst/>
          </a:prstGeom>
        </p:spPr>
        <p:txBody>
          <a:bodyPr vert="horz" wrap="square" lIns="0" tIns="160020" rIns="0" bIns="0" rtlCol="0">
            <a:spAutoFit/>
          </a:bodyPr>
          <a:lstStyle/>
          <a:p>
            <a:pPr marL="104140">
              <a:lnSpc>
                <a:spcPct val="100000"/>
              </a:lnSpc>
              <a:spcBef>
                <a:spcPts val="1260"/>
              </a:spcBef>
            </a:pPr>
            <a:r>
              <a:rPr lang="en-US" sz="2400" spc="-90" dirty="0">
                <a:latin typeface="Cambria" panose="02040503050406030204" pitchFamily="18" charset="0"/>
                <a:ea typeface="Cambria" panose="02040503050406030204" pitchFamily="18" charset="0"/>
                <a:cs typeface="Arial" panose="020B0604020202090204"/>
              </a:rPr>
              <a:t>Dear Ms. Lana</a:t>
            </a:r>
            <a:r>
              <a:rPr sz="2400" spc="-100" dirty="0">
                <a:latin typeface="Cambria" panose="02040503050406030204" pitchFamily="18" charset="0"/>
                <a:ea typeface="Cambria" panose="02040503050406030204" pitchFamily="18" charset="0"/>
                <a:cs typeface="Arial" panose="020B0604020202090204"/>
              </a:rPr>
              <a:t>,</a:t>
            </a:r>
            <a:endParaRPr lang="en-US" sz="2400" dirty="0">
              <a:latin typeface="Cambria" panose="02040503050406030204" pitchFamily="18" charset="0"/>
              <a:ea typeface="Cambria" panose="02040503050406030204" pitchFamily="18" charset="0"/>
              <a:cs typeface="Arial" panose="020B0604020202090204"/>
            </a:endParaRPr>
          </a:p>
          <a:p>
            <a:pPr marL="104140">
              <a:lnSpc>
                <a:spcPct val="100000"/>
              </a:lnSpc>
              <a:spcBef>
                <a:spcPts val="1260"/>
              </a:spcBef>
            </a:pPr>
            <a:r>
              <a:rPr sz="2400" spc="-135" dirty="0">
                <a:latin typeface="Cambria" panose="02040503050406030204" pitchFamily="18" charset="0"/>
                <a:ea typeface="Cambria" panose="02040503050406030204" pitchFamily="18" charset="0"/>
                <a:cs typeface="Arial" panose="020B0604020202090204"/>
              </a:rPr>
              <a:t>Subject: </a:t>
            </a:r>
            <a:r>
              <a:rPr sz="2400" u="heavy" spc="-135" dirty="0">
                <a:uFill>
                  <a:solidFill>
                    <a:srgbClr val="000000"/>
                  </a:solidFill>
                </a:uFill>
                <a:latin typeface="Cambria" panose="02040503050406030204" pitchFamily="18" charset="0"/>
                <a:ea typeface="Cambria" panose="02040503050406030204" pitchFamily="18" charset="0"/>
                <a:cs typeface="Arial" panose="020B0604020202090204"/>
              </a:rPr>
              <a:t>Enquiry </a:t>
            </a:r>
            <a:r>
              <a:rPr sz="2400" u="heavy" spc="-175" dirty="0">
                <a:uFill>
                  <a:solidFill>
                    <a:srgbClr val="000000"/>
                  </a:solidFill>
                </a:uFill>
                <a:latin typeface="Cambria" panose="02040503050406030204" pitchFamily="18" charset="0"/>
                <a:ea typeface="Cambria" panose="02040503050406030204" pitchFamily="18" charset="0"/>
                <a:cs typeface="Arial" panose="020B0604020202090204"/>
              </a:rPr>
              <a:t>on</a:t>
            </a:r>
            <a:r>
              <a:rPr sz="2400" u="heavy" spc="195" dirty="0">
                <a:uFill>
                  <a:solidFill>
                    <a:srgbClr val="000000"/>
                  </a:solidFill>
                </a:uFill>
                <a:latin typeface="Cambria" panose="02040503050406030204" pitchFamily="18" charset="0"/>
                <a:ea typeface="Cambria" panose="02040503050406030204" pitchFamily="18" charset="0"/>
                <a:cs typeface="Arial" panose="020B0604020202090204"/>
              </a:rPr>
              <a:t> </a:t>
            </a:r>
            <a:r>
              <a:rPr sz="2400" u="heavy" spc="-110" dirty="0">
                <a:uFill>
                  <a:solidFill>
                    <a:srgbClr val="000000"/>
                  </a:solidFill>
                </a:uFill>
                <a:latin typeface="Cambria" panose="02040503050406030204" pitchFamily="18" charset="0"/>
                <a:ea typeface="Cambria" panose="02040503050406030204" pitchFamily="18" charset="0"/>
                <a:cs typeface="Arial" panose="020B0604020202090204"/>
              </a:rPr>
              <a:t>123Smartphone</a:t>
            </a:r>
            <a:r>
              <a:rPr sz="2400" spc="-110" dirty="0">
                <a:latin typeface="Cambria" panose="02040503050406030204" pitchFamily="18" charset="0"/>
                <a:ea typeface="Cambria" panose="02040503050406030204" pitchFamily="18" charset="0"/>
                <a:cs typeface="Arial" panose="020B0604020202090204"/>
              </a:rPr>
              <a:t>.</a:t>
            </a:r>
            <a:endParaRPr lang="en-US" sz="2400" spc="-110" dirty="0">
              <a:latin typeface="Cambria" panose="02040503050406030204" pitchFamily="18" charset="0"/>
              <a:ea typeface="Cambria" panose="02040503050406030204" pitchFamily="18" charset="0"/>
              <a:cs typeface="Arial" panose="020B0604020202090204"/>
            </a:endParaRPr>
          </a:p>
          <a:p>
            <a:pPr marL="12700" marR="574040">
              <a:lnSpc>
                <a:spcPts val="2160"/>
              </a:lnSpc>
              <a:spcBef>
                <a:spcPts val="1440"/>
              </a:spcBef>
            </a:pPr>
            <a:r>
              <a:rPr sz="2400" spc="-120" dirty="0">
                <a:latin typeface="Cambria" panose="02040503050406030204" pitchFamily="18" charset="0"/>
                <a:ea typeface="Cambria" panose="02040503050406030204" pitchFamily="18" charset="0"/>
                <a:cs typeface="Arial" panose="020B0604020202090204"/>
              </a:rPr>
              <a:t>I </a:t>
            </a:r>
            <a:r>
              <a:rPr lang="en-US" sz="2400" spc="-120" dirty="0">
                <a:latin typeface="Cambria" panose="02040503050406030204" pitchFamily="18" charset="0"/>
                <a:ea typeface="Cambria" panose="02040503050406030204" pitchFamily="18" charset="0"/>
                <a:cs typeface="Arial" panose="020B0604020202090204"/>
              </a:rPr>
              <a:t>would like to request for detailed information on your latest product; </a:t>
            </a:r>
            <a:r>
              <a:rPr lang="en-US" sz="2400" spc="-120" dirty="0" err="1">
                <a:latin typeface="Cambria" panose="02040503050406030204" pitchFamily="18" charset="0"/>
                <a:ea typeface="Cambria" panose="02040503050406030204" pitchFamily="18" charset="0"/>
                <a:cs typeface="Arial" panose="020B0604020202090204"/>
              </a:rPr>
              <a:t>Megaz</a:t>
            </a:r>
            <a:r>
              <a:rPr lang="en-US" sz="2400" spc="-120" dirty="0">
                <a:latin typeface="Cambria" panose="02040503050406030204" pitchFamily="18" charset="0"/>
                <a:ea typeface="Cambria" panose="02040503050406030204" pitchFamily="18" charset="0"/>
                <a:cs typeface="Arial" panose="020B0604020202090204"/>
              </a:rPr>
              <a:t> Phone.</a:t>
            </a:r>
            <a:r>
              <a:rPr sz="2400" spc="-175" dirty="0">
                <a:latin typeface="Cambria" panose="02040503050406030204" pitchFamily="18" charset="0"/>
                <a:ea typeface="Cambria" panose="02040503050406030204" pitchFamily="18" charset="0"/>
                <a:cs typeface="Arial" panose="020B0604020202090204"/>
              </a:rPr>
              <a:t> </a:t>
            </a:r>
            <a:r>
              <a:rPr lang="en-US" sz="2400" spc="-175" dirty="0">
                <a:latin typeface="Cambria" panose="02040503050406030204" pitchFamily="18" charset="0"/>
                <a:ea typeface="Cambria" panose="02040503050406030204" pitchFamily="18" charset="0"/>
                <a:cs typeface="Arial" panose="020B0604020202090204"/>
              </a:rPr>
              <a:t> </a:t>
            </a:r>
            <a:r>
              <a:rPr lang="en-US" sz="2400" b="1" u="sng" spc="-175" dirty="0">
                <a:latin typeface="Cambria" panose="02040503050406030204" pitchFamily="18" charset="0"/>
                <a:ea typeface="Cambria" panose="02040503050406030204" pitchFamily="18" charset="0"/>
                <a:cs typeface="Arial" panose="020B0604020202090204"/>
              </a:rPr>
              <a:t>(introduction for this letter can be in one sentence)</a:t>
            </a:r>
            <a:endParaRPr sz="2400" b="1" u="sng" dirty="0">
              <a:latin typeface="Cambria" panose="02040503050406030204" pitchFamily="18" charset="0"/>
              <a:ea typeface="Cambria" panose="02040503050406030204" pitchFamily="18" charset="0"/>
              <a:cs typeface="Arial" panose="020B0604020202090204"/>
            </a:endParaRPr>
          </a:p>
          <a:p>
            <a:pPr marL="12700" marR="5080">
              <a:lnSpc>
                <a:spcPct val="90000"/>
              </a:lnSpc>
              <a:spcBef>
                <a:spcPts val="1360"/>
              </a:spcBef>
            </a:pPr>
            <a:r>
              <a:rPr sz="2400" spc="-120" dirty="0">
                <a:latin typeface="Cambria" panose="02040503050406030204" pitchFamily="18" charset="0"/>
                <a:ea typeface="Cambria" panose="02040503050406030204" pitchFamily="18" charset="0"/>
                <a:cs typeface="Arial" panose="020B0604020202090204"/>
              </a:rPr>
              <a:t>I </a:t>
            </a:r>
            <a:r>
              <a:rPr sz="2400" spc="-105" dirty="0">
                <a:latin typeface="Cambria" panose="02040503050406030204" pitchFamily="18" charset="0"/>
                <a:ea typeface="Cambria" panose="02040503050406030204" pitchFamily="18" charset="0"/>
                <a:cs typeface="Arial" panose="020B0604020202090204"/>
              </a:rPr>
              <a:t>would </a:t>
            </a:r>
            <a:r>
              <a:rPr sz="2400" spc="-50" dirty="0">
                <a:latin typeface="Cambria" panose="02040503050406030204" pitchFamily="18" charset="0"/>
                <a:ea typeface="Cambria" panose="02040503050406030204" pitchFamily="18" charset="0"/>
                <a:cs typeface="Arial" panose="020B0604020202090204"/>
              </a:rPr>
              <a:t>appreciate </a:t>
            </a:r>
            <a:r>
              <a:rPr sz="2400" spc="50" dirty="0">
                <a:latin typeface="Cambria" panose="02040503050406030204" pitchFamily="18" charset="0"/>
                <a:ea typeface="Cambria" panose="02040503050406030204" pitchFamily="18" charset="0"/>
                <a:cs typeface="Arial" panose="020B0604020202090204"/>
              </a:rPr>
              <a:t>if </a:t>
            </a:r>
            <a:r>
              <a:rPr sz="2400" spc="-135" dirty="0">
                <a:latin typeface="Cambria" panose="02040503050406030204" pitchFamily="18" charset="0"/>
                <a:ea typeface="Cambria" panose="02040503050406030204" pitchFamily="18" charset="0"/>
                <a:cs typeface="Arial" panose="020B0604020202090204"/>
              </a:rPr>
              <a:t>you </a:t>
            </a:r>
            <a:r>
              <a:rPr sz="2400" spc="-160" dirty="0">
                <a:latin typeface="Cambria" panose="02040503050406030204" pitchFamily="18" charset="0"/>
                <a:ea typeface="Cambria" panose="02040503050406030204" pitchFamily="18" charset="0"/>
                <a:cs typeface="Arial" panose="020B0604020202090204"/>
              </a:rPr>
              <a:t>can </a:t>
            </a:r>
            <a:r>
              <a:rPr sz="2400" spc="-170" dirty="0">
                <a:latin typeface="Cambria" panose="02040503050406030204" pitchFamily="18" charset="0"/>
                <a:ea typeface="Cambria" panose="02040503050406030204" pitchFamily="18" charset="0"/>
                <a:cs typeface="Arial" panose="020B0604020202090204"/>
              </a:rPr>
              <a:t>send </a:t>
            </a:r>
            <a:r>
              <a:rPr lang="en-US" sz="2400" spc="-105" dirty="0">
                <a:latin typeface="Cambria" panose="02040503050406030204" pitchFamily="18" charset="0"/>
                <a:ea typeface="Cambria" panose="02040503050406030204" pitchFamily="18" charset="0"/>
                <a:cs typeface="Arial" panose="020B0604020202090204"/>
              </a:rPr>
              <a:t>relevant</a:t>
            </a:r>
            <a:r>
              <a:rPr sz="2400" spc="-105" dirty="0">
                <a:latin typeface="Cambria" panose="02040503050406030204" pitchFamily="18" charset="0"/>
                <a:ea typeface="Cambria" panose="02040503050406030204" pitchFamily="18" charset="0"/>
                <a:cs typeface="Arial" panose="020B0604020202090204"/>
              </a:rPr>
              <a:t> </a:t>
            </a:r>
            <a:r>
              <a:rPr sz="2400" spc="-90" dirty="0">
                <a:latin typeface="Cambria" panose="02040503050406030204" pitchFamily="18" charset="0"/>
                <a:ea typeface="Cambria" panose="02040503050406030204" pitchFamily="18" charset="0"/>
                <a:cs typeface="Arial" panose="020B0604020202090204"/>
              </a:rPr>
              <a:t>information </a:t>
            </a:r>
            <a:r>
              <a:rPr sz="2400" spc="-70" dirty="0">
                <a:latin typeface="Cambria" panose="02040503050406030204" pitchFamily="18" charset="0"/>
                <a:ea typeface="Cambria" panose="02040503050406030204" pitchFamily="18" charset="0"/>
                <a:cs typeface="Arial" panose="020B0604020202090204"/>
              </a:rPr>
              <a:t>that </a:t>
            </a:r>
            <a:r>
              <a:rPr sz="2400" spc="-120" dirty="0">
                <a:latin typeface="Cambria" panose="02040503050406030204" pitchFamily="18" charset="0"/>
                <a:ea typeface="Cambria" panose="02040503050406030204" pitchFamily="18" charset="0"/>
                <a:cs typeface="Arial" panose="020B0604020202090204"/>
              </a:rPr>
              <a:t>could </a:t>
            </a:r>
            <a:r>
              <a:rPr sz="2400" spc="-90" dirty="0">
                <a:latin typeface="Cambria" panose="02040503050406030204" pitchFamily="18" charset="0"/>
                <a:ea typeface="Cambria" panose="02040503050406030204" pitchFamily="18" charset="0"/>
                <a:cs typeface="Arial" panose="020B0604020202090204"/>
              </a:rPr>
              <a:t>help </a:t>
            </a:r>
            <a:r>
              <a:rPr sz="2400" spc="-225" dirty="0">
                <a:latin typeface="Cambria" panose="02040503050406030204" pitchFamily="18" charset="0"/>
                <a:ea typeface="Cambria" panose="02040503050406030204" pitchFamily="18" charset="0"/>
                <a:cs typeface="Arial" panose="020B0604020202090204"/>
              </a:rPr>
              <a:t>me  </a:t>
            </a:r>
            <a:r>
              <a:rPr sz="2400" spc="-125" dirty="0">
                <a:latin typeface="Cambria" panose="02040503050406030204" pitchFamily="18" charset="0"/>
                <a:ea typeface="Cambria" panose="02040503050406030204" pitchFamily="18" charset="0"/>
                <a:cs typeface="Arial" panose="020B0604020202090204"/>
              </a:rPr>
              <a:t>in </a:t>
            </a:r>
            <a:r>
              <a:rPr sz="2400" spc="-190" dirty="0">
                <a:latin typeface="Cambria" panose="02040503050406030204" pitchFamily="18" charset="0"/>
                <a:ea typeface="Cambria" panose="02040503050406030204" pitchFamily="18" charset="0"/>
                <a:cs typeface="Arial" panose="020B0604020202090204"/>
              </a:rPr>
              <a:t>my </a:t>
            </a:r>
            <a:r>
              <a:rPr sz="2400" spc="-130" dirty="0">
                <a:latin typeface="Cambria" panose="02040503050406030204" pitchFamily="18" charset="0"/>
                <a:ea typeface="Cambria" panose="02040503050406030204" pitchFamily="18" charset="0"/>
                <a:cs typeface="Arial" panose="020B0604020202090204"/>
              </a:rPr>
              <a:t>selection </a:t>
            </a:r>
            <a:r>
              <a:rPr sz="2400" spc="-165" dirty="0">
                <a:latin typeface="Cambria" panose="02040503050406030204" pitchFamily="18" charset="0"/>
                <a:ea typeface="Cambria" panose="02040503050406030204" pitchFamily="18" charset="0"/>
                <a:cs typeface="Arial" panose="020B0604020202090204"/>
              </a:rPr>
              <a:t>process. </a:t>
            </a:r>
            <a:r>
              <a:rPr sz="2400" spc="-150" dirty="0">
                <a:latin typeface="Cambria" panose="02040503050406030204" pitchFamily="18" charset="0"/>
                <a:ea typeface="Cambria" panose="02040503050406030204" pitchFamily="18" charset="0"/>
                <a:cs typeface="Arial" panose="020B0604020202090204"/>
              </a:rPr>
              <a:t>Please </a:t>
            </a:r>
            <a:r>
              <a:rPr sz="2400" spc="-45" dirty="0">
                <a:latin typeface="Cambria" panose="02040503050406030204" pitchFamily="18" charset="0"/>
                <a:ea typeface="Cambria" panose="02040503050406030204" pitchFamily="18" charset="0"/>
                <a:cs typeface="Arial" panose="020B0604020202090204"/>
              </a:rPr>
              <a:t>elaborate </a:t>
            </a:r>
            <a:r>
              <a:rPr sz="2400" spc="-175" dirty="0">
                <a:latin typeface="Cambria" panose="02040503050406030204" pitchFamily="18" charset="0"/>
                <a:ea typeface="Cambria" panose="02040503050406030204" pitchFamily="18" charset="0"/>
                <a:cs typeface="Arial" panose="020B0604020202090204"/>
              </a:rPr>
              <a:t>on </a:t>
            </a:r>
            <a:r>
              <a:rPr sz="2400" spc="-120" dirty="0">
                <a:latin typeface="Cambria" panose="02040503050406030204" pitchFamily="18" charset="0"/>
                <a:ea typeface="Cambria" panose="02040503050406030204" pitchFamily="18" charset="0"/>
                <a:cs typeface="Arial" panose="020B0604020202090204"/>
              </a:rPr>
              <a:t>the </a:t>
            </a:r>
            <a:r>
              <a:rPr sz="2400" spc="-125" dirty="0">
                <a:latin typeface="Cambria" panose="02040503050406030204" pitchFamily="18" charset="0"/>
                <a:ea typeface="Cambria" panose="02040503050406030204" pitchFamily="18" charset="0"/>
                <a:cs typeface="Arial" panose="020B0604020202090204"/>
              </a:rPr>
              <a:t>various </a:t>
            </a:r>
            <a:r>
              <a:rPr sz="2400" spc="-114" dirty="0">
                <a:latin typeface="Cambria" panose="02040503050406030204" pitchFamily="18" charset="0"/>
                <a:ea typeface="Cambria" panose="02040503050406030204" pitchFamily="18" charset="0"/>
                <a:cs typeface="Arial" panose="020B0604020202090204"/>
              </a:rPr>
              <a:t>options </a:t>
            </a:r>
            <a:r>
              <a:rPr sz="2400" spc="-75" dirty="0">
                <a:latin typeface="Cambria" panose="02040503050406030204" pitchFamily="18" charset="0"/>
                <a:ea typeface="Cambria" panose="02040503050406030204" pitchFamily="18" charset="0"/>
                <a:cs typeface="Arial" panose="020B0604020202090204"/>
              </a:rPr>
              <a:t>along  </a:t>
            </a:r>
            <a:r>
              <a:rPr sz="2400" spc="-90" dirty="0">
                <a:latin typeface="Cambria" panose="02040503050406030204" pitchFamily="18" charset="0"/>
                <a:ea typeface="Cambria" panose="02040503050406030204" pitchFamily="18" charset="0"/>
                <a:cs typeface="Arial" panose="020B0604020202090204"/>
              </a:rPr>
              <a:t>with </a:t>
            </a:r>
            <a:r>
              <a:rPr sz="2400" spc="-120" dirty="0">
                <a:latin typeface="Cambria" panose="02040503050406030204" pitchFamily="18" charset="0"/>
                <a:ea typeface="Cambria" panose="02040503050406030204" pitchFamily="18" charset="0"/>
                <a:cs typeface="Arial" panose="020B0604020202090204"/>
              </a:rPr>
              <a:t>the </a:t>
            </a:r>
            <a:r>
              <a:rPr sz="2400" spc="-30" dirty="0">
                <a:latin typeface="Cambria" panose="02040503050406030204" pitchFamily="18" charset="0"/>
                <a:ea typeface="Cambria" panose="02040503050406030204" pitchFamily="18" charset="0"/>
                <a:cs typeface="Arial" panose="020B0604020202090204"/>
              </a:rPr>
              <a:t>different </a:t>
            </a:r>
            <a:r>
              <a:rPr sz="2400" spc="-120" dirty="0">
                <a:latin typeface="Cambria" panose="02040503050406030204" pitchFamily="18" charset="0"/>
                <a:ea typeface="Cambria" panose="02040503050406030204" pitchFamily="18" charset="0"/>
                <a:cs typeface="Arial" panose="020B0604020202090204"/>
              </a:rPr>
              <a:t>prices, </a:t>
            </a:r>
            <a:r>
              <a:rPr sz="2400" spc="-170" dirty="0">
                <a:latin typeface="Cambria" panose="02040503050406030204" pitchFamily="18" charset="0"/>
                <a:ea typeface="Cambria" panose="02040503050406030204" pitchFamily="18" charset="0"/>
                <a:cs typeface="Arial" panose="020B0604020202090204"/>
              </a:rPr>
              <a:t>discounts, </a:t>
            </a:r>
            <a:r>
              <a:rPr sz="2400" spc="-85" dirty="0">
                <a:latin typeface="Cambria" panose="02040503050406030204" pitchFamily="18" charset="0"/>
                <a:ea typeface="Cambria" panose="02040503050406030204" pitchFamily="18" charset="0"/>
                <a:cs typeface="Arial" panose="020B0604020202090204"/>
              </a:rPr>
              <a:t>and </a:t>
            </a:r>
            <a:r>
              <a:rPr sz="2400" spc="-40" dirty="0">
                <a:latin typeface="Cambria" panose="02040503050406030204" pitchFamily="18" charset="0"/>
                <a:ea typeface="Cambria" panose="02040503050406030204" pitchFamily="18" charset="0"/>
                <a:cs typeface="Arial" panose="020B0604020202090204"/>
              </a:rPr>
              <a:t>availability. </a:t>
            </a:r>
            <a:r>
              <a:rPr sz="2400" spc="-120" dirty="0">
                <a:latin typeface="Cambria" panose="02040503050406030204" pitchFamily="18" charset="0"/>
                <a:ea typeface="Cambria" panose="02040503050406030204" pitchFamily="18" charset="0"/>
                <a:cs typeface="Arial" panose="020B0604020202090204"/>
              </a:rPr>
              <a:t>I </a:t>
            </a:r>
            <a:r>
              <a:rPr sz="2400" spc="-114" dirty="0">
                <a:latin typeface="Cambria" panose="02040503050406030204" pitchFamily="18" charset="0"/>
                <a:ea typeface="Cambria" panose="02040503050406030204" pitchFamily="18" charset="0"/>
                <a:cs typeface="Arial" panose="020B0604020202090204"/>
              </a:rPr>
              <a:t>also need </a:t>
            </a:r>
            <a:r>
              <a:rPr sz="2400" spc="-65" dirty="0">
                <a:latin typeface="Cambria" panose="02040503050406030204" pitchFamily="18" charset="0"/>
                <a:ea typeface="Cambria" panose="02040503050406030204" pitchFamily="18" charset="0"/>
                <a:cs typeface="Arial" panose="020B0604020202090204"/>
              </a:rPr>
              <a:t>to </a:t>
            </a:r>
            <a:r>
              <a:rPr sz="2400" spc="-160" dirty="0">
                <a:latin typeface="Cambria" panose="02040503050406030204" pitchFamily="18" charset="0"/>
                <a:ea typeface="Cambria" panose="02040503050406030204" pitchFamily="18" charset="0"/>
                <a:cs typeface="Arial" panose="020B0604020202090204"/>
              </a:rPr>
              <a:t>know  </a:t>
            </a:r>
            <a:r>
              <a:rPr sz="2400" spc="50" dirty="0">
                <a:latin typeface="Cambria" panose="02040503050406030204" pitchFamily="18" charset="0"/>
                <a:ea typeface="Cambria" panose="02040503050406030204" pitchFamily="18" charset="0"/>
                <a:cs typeface="Arial" panose="020B0604020202090204"/>
              </a:rPr>
              <a:t>if </a:t>
            </a:r>
            <a:r>
              <a:rPr sz="2400" spc="-135" dirty="0">
                <a:latin typeface="Cambria" panose="02040503050406030204" pitchFamily="18" charset="0"/>
                <a:ea typeface="Cambria" panose="02040503050406030204" pitchFamily="18" charset="0"/>
                <a:cs typeface="Arial" panose="020B0604020202090204"/>
              </a:rPr>
              <a:t>you </a:t>
            </a:r>
            <a:r>
              <a:rPr sz="2400" dirty="0">
                <a:latin typeface="Cambria" panose="02040503050406030204" pitchFamily="18" charset="0"/>
                <a:ea typeface="Cambria" panose="02040503050406030204" pitchFamily="18" charset="0"/>
                <a:cs typeface="Arial" panose="020B0604020202090204"/>
              </a:rPr>
              <a:t>offer </a:t>
            </a:r>
            <a:r>
              <a:rPr sz="2400" spc="-80" dirty="0">
                <a:latin typeface="Cambria" panose="02040503050406030204" pitchFamily="18" charset="0"/>
                <a:ea typeface="Cambria" panose="02040503050406030204" pitchFamily="18" charset="0"/>
                <a:cs typeface="Arial" panose="020B0604020202090204"/>
              </a:rPr>
              <a:t>extended</a:t>
            </a:r>
            <a:r>
              <a:rPr sz="2400" spc="-5" dirty="0">
                <a:latin typeface="Cambria" panose="02040503050406030204" pitchFamily="18" charset="0"/>
                <a:ea typeface="Cambria" panose="02040503050406030204" pitchFamily="18" charset="0"/>
                <a:cs typeface="Arial" panose="020B0604020202090204"/>
              </a:rPr>
              <a:t> </a:t>
            </a:r>
            <a:r>
              <a:rPr sz="2400" spc="-80" dirty="0">
                <a:latin typeface="Cambria" panose="02040503050406030204" pitchFamily="18" charset="0"/>
                <a:ea typeface="Cambria" panose="02040503050406030204" pitchFamily="18" charset="0"/>
                <a:cs typeface="Arial" panose="020B0604020202090204"/>
              </a:rPr>
              <a:t>warranty.</a:t>
            </a:r>
            <a:endParaRPr sz="2400" dirty="0">
              <a:latin typeface="Cambria" panose="02040503050406030204" pitchFamily="18" charset="0"/>
              <a:ea typeface="Cambria" panose="02040503050406030204" pitchFamily="18" charset="0"/>
              <a:cs typeface="Arial" panose="020B0604020202090204"/>
            </a:endParaRPr>
          </a:p>
          <a:p>
            <a:pPr marL="12700" marR="6350" algn="just">
              <a:lnSpc>
                <a:spcPct val="90000"/>
              </a:lnSpc>
              <a:spcBef>
                <a:spcPts val="1405"/>
              </a:spcBef>
            </a:pPr>
            <a:r>
              <a:rPr lang="en-US" sz="2400" spc="-135" dirty="0">
                <a:latin typeface="Cambria" panose="02040503050406030204" pitchFamily="18" charset="0"/>
                <a:ea typeface="Cambria" panose="02040503050406030204" pitchFamily="18" charset="0"/>
                <a:cs typeface="Arial" panose="020B0604020202090204"/>
              </a:rPr>
              <a:t>I hope to receive the feedback within 2 weeks before I can proceed with purchase. </a:t>
            </a:r>
            <a:r>
              <a:rPr sz="2400" spc="-135" dirty="0">
                <a:latin typeface="Cambria" panose="02040503050406030204" pitchFamily="18" charset="0"/>
                <a:ea typeface="Cambria" panose="02040503050406030204" pitchFamily="18" charset="0"/>
                <a:cs typeface="Arial" panose="020B0604020202090204"/>
              </a:rPr>
              <a:t>Looking </a:t>
            </a:r>
            <a:r>
              <a:rPr sz="2400" spc="-35" dirty="0">
                <a:latin typeface="Cambria" panose="02040503050406030204" pitchFamily="18" charset="0"/>
                <a:ea typeface="Cambria" panose="02040503050406030204" pitchFamily="18" charset="0"/>
                <a:cs typeface="Arial" panose="020B0604020202090204"/>
              </a:rPr>
              <a:t>forward </a:t>
            </a:r>
            <a:r>
              <a:rPr sz="2400" spc="-65" dirty="0">
                <a:latin typeface="Cambria" panose="02040503050406030204" pitchFamily="18" charset="0"/>
                <a:ea typeface="Cambria" panose="02040503050406030204" pitchFamily="18" charset="0"/>
                <a:cs typeface="Arial" panose="020B0604020202090204"/>
              </a:rPr>
              <a:t>to </a:t>
            </a:r>
            <a:r>
              <a:rPr sz="2400" spc="-90" dirty="0">
                <a:latin typeface="Cambria" panose="02040503050406030204" pitchFamily="18" charset="0"/>
                <a:ea typeface="Cambria" panose="02040503050406030204" pitchFamily="18" charset="0"/>
                <a:cs typeface="Arial" panose="020B0604020202090204"/>
              </a:rPr>
              <a:t>hearing from  </a:t>
            </a:r>
            <a:r>
              <a:rPr sz="2400" spc="-130" dirty="0">
                <a:latin typeface="Cambria" panose="02040503050406030204" pitchFamily="18" charset="0"/>
                <a:ea typeface="Cambria" panose="02040503050406030204" pitchFamily="18" charset="0"/>
                <a:cs typeface="Arial" panose="020B0604020202090204"/>
              </a:rPr>
              <a:t>you.</a:t>
            </a:r>
            <a:endParaRPr sz="2400" dirty="0">
              <a:latin typeface="Cambria" panose="02040503050406030204" pitchFamily="18" charset="0"/>
              <a:ea typeface="Cambria" panose="02040503050406030204" pitchFamily="18" charset="0"/>
              <a:cs typeface="Arial" panose="020B060402020209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60500" y="3103244"/>
            <a:ext cx="6805295" cy="3313085"/>
          </a:xfrm>
          <a:prstGeom prst="rect">
            <a:avLst/>
          </a:prstGeom>
        </p:spPr>
        <p:txBody>
          <a:bodyPr vert="horz" wrap="square" lIns="0" tIns="55244" rIns="0" bIns="0" rtlCol="0">
            <a:spAutoFit/>
          </a:bodyPr>
          <a:lstStyle/>
          <a:p>
            <a:pPr marL="12700" marR="5080">
              <a:lnSpc>
                <a:spcPts val="2700"/>
              </a:lnSpc>
              <a:spcBef>
                <a:spcPts val="2065"/>
              </a:spcBef>
            </a:pPr>
            <a:r>
              <a:rPr lang="en-US" sz="2500" spc="-95" dirty="0">
                <a:latin typeface="Cambria" panose="02040503050406030204" pitchFamily="18" charset="0"/>
                <a:ea typeface="Cambria" panose="02040503050406030204" pitchFamily="18" charset="0"/>
                <a:cs typeface="Arial" panose="020B0604020202090204"/>
              </a:rPr>
              <a:t>Purpose – to place an order</a:t>
            </a:r>
          </a:p>
          <a:p>
            <a:pPr marL="12700" marR="5080">
              <a:lnSpc>
                <a:spcPts val="2700"/>
              </a:lnSpc>
              <a:spcBef>
                <a:spcPts val="2065"/>
              </a:spcBef>
            </a:pPr>
            <a:r>
              <a:rPr lang="en-US" sz="2500" spc="-95" dirty="0">
                <a:latin typeface="Cambria" panose="02040503050406030204" pitchFamily="18" charset="0"/>
                <a:ea typeface="Cambria" panose="02040503050406030204" pitchFamily="18" charset="0"/>
                <a:cs typeface="Arial" panose="020B0604020202090204"/>
              </a:rPr>
              <a:t>(Introduction) Begin directly with the main idea (what to order)</a:t>
            </a:r>
          </a:p>
          <a:p>
            <a:pPr marL="12700" marR="5080">
              <a:lnSpc>
                <a:spcPts val="2700"/>
              </a:lnSpc>
              <a:spcBef>
                <a:spcPts val="2065"/>
              </a:spcBef>
            </a:pPr>
            <a:r>
              <a:rPr lang="en-US" sz="2500" spc="-95" dirty="0">
                <a:latin typeface="Cambria" panose="02040503050406030204" pitchFamily="18" charset="0"/>
                <a:ea typeface="Cambria" panose="02040503050406030204" pitchFamily="18" charset="0"/>
                <a:cs typeface="Arial" panose="020B0604020202090204"/>
              </a:rPr>
              <a:t>(Body) </a:t>
            </a:r>
            <a:r>
              <a:rPr sz="2500" spc="-95" dirty="0">
                <a:latin typeface="Cambria" panose="02040503050406030204" pitchFamily="18" charset="0"/>
                <a:ea typeface="Cambria" panose="02040503050406030204" pitchFamily="18" charset="0"/>
                <a:cs typeface="Arial" panose="020B0604020202090204"/>
              </a:rPr>
              <a:t>Give </a:t>
            </a:r>
            <a:r>
              <a:rPr sz="2500" spc="-150" dirty="0">
                <a:latin typeface="Cambria" panose="02040503050406030204" pitchFamily="18" charset="0"/>
                <a:ea typeface="Cambria" panose="02040503050406030204" pitchFamily="18" charset="0"/>
                <a:cs typeface="Arial" panose="020B0604020202090204"/>
              </a:rPr>
              <a:t>complete </a:t>
            </a:r>
            <a:r>
              <a:rPr sz="2500" spc="-90" dirty="0">
                <a:latin typeface="Cambria" panose="02040503050406030204" pitchFamily="18" charset="0"/>
                <a:ea typeface="Cambria" panose="02040503050406030204" pitchFamily="18" charset="0"/>
                <a:cs typeface="Arial" panose="020B0604020202090204"/>
              </a:rPr>
              <a:t>details </a:t>
            </a:r>
            <a:r>
              <a:rPr sz="2500" spc="-85" dirty="0">
                <a:latin typeface="Cambria" panose="02040503050406030204" pitchFamily="18" charset="0"/>
                <a:ea typeface="Cambria" panose="02040503050406030204" pitchFamily="18" charset="0"/>
                <a:cs typeface="Arial" panose="020B0604020202090204"/>
              </a:rPr>
              <a:t>to </a:t>
            </a:r>
            <a:r>
              <a:rPr sz="2500" spc="-220" dirty="0">
                <a:latin typeface="Cambria" panose="02040503050406030204" pitchFamily="18" charset="0"/>
                <a:ea typeface="Cambria" panose="02040503050406030204" pitchFamily="18" charset="0"/>
                <a:cs typeface="Arial" panose="020B0604020202090204"/>
              </a:rPr>
              <a:t>assist </a:t>
            </a:r>
            <a:r>
              <a:rPr sz="2500" spc="-155" dirty="0">
                <a:latin typeface="Cambria" panose="02040503050406030204" pitchFamily="18" charset="0"/>
                <a:ea typeface="Cambria" panose="02040503050406030204" pitchFamily="18" charset="0"/>
                <a:cs typeface="Arial" panose="020B0604020202090204"/>
              </a:rPr>
              <a:t>the </a:t>
            </a:r>
            <a:r>
              <a:rPr sz="2500" spc="-120" dirty="0">
                <a:latin typeface="Cambria" panose="02040503050406030204" pitchFamily="18" charset="0"/>
                <a:ea typeface="Cambria" panose="02040503050406030204" pitchFamily="18" charset="0"/>
                <a:cs typeface="Arial" panose="020B0604020202090204"/>
              </a:rPr>
              <a:t>seller </a:t>
            </a:r>
            <a:r>
              <a:rPr sz="2500" spc="-160" dirty="0">
                <a:latin typeface="Cambria" panose="02040503050406030204" pitchFamily="18" charset="0"/>
                <a:ea typeface="Cambria" panose="02040503050406030204" pitchFamily="18" charset="0"/>
                <a:cs typeface="Arial" panose="020B0604020202090204"/>
              </a:rPr>
              <a:t>in </a:t>
            </a:r>
            <a:r>
              <a:rPr sz="2500" spc="-30" dirty="0">
                <a:latin typeface="Cambria" panose="02040503050406030204" pitchFamily="18" charset="0"/>
                <a:ea typeface="Cambria" panose="02040503050406030204" pitchFamily="18" charset="0"/>
                <a:cs typeface="Arial" panose="020B0604020202090204"/>
              </a:rPr>
              <a:t>filling </a:t>
            </a:r>
            <a:r>
              <a:rPr sz="2500" spc="-130" dirty="0">
                <a:latin typeface="Cambria" panose="02040503050406030204" pitchFamily="18" charset="0"/>
                <a:ea typeface="Cambria" panose="02040503050406030204" pitchFamily="18" charset="0"/>
                <a:cs typeface="Arial" panose="020B0604020202090204"/>
              </a:rPr>
              <a:t>your  </a:t>
            </a:r>
            <a:r>
              <a:rPr sz="2500" spc="-65" dirty="0">
                <a:latin typeface="Cambria" panose="02040503050406030204" pitchFamily="18" charset="0"/>
                <a:ea typeface="Cambria" panose="02040503050406030204" pitchFamily="18" charset="0"/>
                <a:cs typeface="Arial" panose="020B0604020202090204"/>
              </a:rPr>
              <a:t>order </a:t>
            </a:r>
            <a:r>
              <a:rPr sz="2500" spc="-85" dirty="0">
                <a:latin typeface="Cambria" panose="02040503050406030204" pitchFamily="18" charset="0"/>
                <a:ea typeface="Cambria" panose="02040503050406030204" pitchFamily="18" charset="0"/>
                <a:cs typeface="Arial" panose="020B0604020202090204"/>
              </a:rPr>
              <a:t>promptly </a:t>
            </a:r>
            <a:r>
              <a:rPr sz="2500" spc="-110" dirty="0">
                <a:latin typeface="Cambria" panose="02040503050406030204" pitchFamily="18" charset="0"/>
                <a:ea typeface="Cambria" panose="02040503050406030204" pitchFamily="18" charset="0"/>
                <a:cs typeface="Arial" panose="020B0604020202090204"/>
              </a:rPr>
              <a:t>and</a:t>
            </a:r>
            <a:r>
              <a:rPr sz="2500" spc="135" dirty="0">
                <a:latin typeface="Cambria" panose="02040503050406030204" pitchFamily="18" charset="0"/>
                <a:ea typeface="Cambria" panose="02040503050406030204" pitchFamily="18" charset="0"/>
                <a:cs typeface="Arial" panose="020B0604020202090204"/>
              </a:rPr>
              <a:t> </a:t>
            </a:r>
            <a:r>
              <a:rPr sz="2500" spc="-120" dirty="0">
                <a:latin typeface="Cambria" panose="02040503050406030204" pitchFamily="18" charset="0"/>
                <a:ea typeface="Cambria" panose="02040503050406030204" pitchFamily="18" charset="0"/>
                <a:cs typeface="Arial" panose="020B0604020202090204"/>
              </a:rPr>
              <a:t>correctly</a:t>
            </a:r>
            <a:endParaRPr sz="2500" dirty="0">
              <a:latin typeface="Cambria" panose="02040503050406030204" pitchFamily="18" charset="0"/>
              <a:ea typeface="Cambria" panose="02040503050406030204" pitchFamily="18" charset="0"/>
              <a:cs typeface="Arial" panose="020B0604020202090204"/>
            </a:endParaRPr>
          </a:p>
          <a:p>
            <a:pPr marL="12700">
              <a:lnSpc>
                <a:spcPct val="100000"/>
              </a:lnSpc>
              <a:spcBef>
                <a:spcPts val="1725"/>
              </a:spcBef>
            </a:pPr>
            <a:r>
              <a:rPr lang="en-US" sz="2500" spc="-175" dirty="0">
                <a:latin typeface="Cambria" panose="02040503050406030204" pitchFamily="18" charset="0"/>
                <a:ea typeface="Cambria" panose="02040503050406030204" pitchFamily="18" charset="0"/>
                <a:cs typeface="Arial" panose="020B0604020202090204"/>
              </a:rPr>
              <a:t>(Conclusion) </a:t>
            </a:r>
            <a:r>
              <a:rPr sz="2500" spc="-175" dirty="0">
                <a:latin typeface="Cambria" panose="02040503050406030204" pitchFamily="18" charset="0"/>
                <a:ea typeface="Cambria" panose="02040503050406030204" pitchFamily="18" charset="0"/>
                <a:cs typeface="Arial" panose="020B0604020202090204"/>
              </a:rPr>
              <a:t>Include </a:t>
            </a:r>
            <a:r>
              <a:rPr sz="2500" spc="-140" dirty="0">
                <a:latin typeface="Cambria" panose="02040503050406030204" pitchFamily="18" charset="0"/>
                <a:ea typeface="Cambria" panose="02040503050406030204" pitchFamily="18" charset="0"/>
                <a:cs typeface="Arial" panose="020B0604020202090204"/>
              </a:rPr>
              <a:t>payment </a:t>
            </a:r>
            <a:r>
              <a:rPr sz="2500" spc="-114" dirty="0">
                <a:latin typeface="Cambria" panose="02040503050406030204" pitchFamily="18" charset="0"/>
                <a:ea typeface="Cambria" panose="02040503050406030204" pitchFamily="18" charset="0"/>
                <a:cs typeface="Arial" panose="020B0604020202090204"/>
              </a:rPr>
              <a:t>information </a:t>
            </a:r>
            <a:r>
              <a:rPr sz="2500" spc="-110" dirty="0">
                <a:latin typeface="Cambria" panose="02040503050406030204" pitchFamily="18" charset="0"/>
                <a:ea typeface="Cambria" panose="02040503050406030204" pitchFamily="18" charset="0"/>
                <a:cs typeface="Arial" panose="020B0604020202090204"/>
              </a:rPr>
              <a:t>and </a:t>
            </a:r>
            <a:r>
              <a:rPr lang="en-US" sz="2500" spc="-135" dirty="0">
                <a:latin typeface="Cambria" panose="02040503050406030204" pitchFamily="18" charset="0"/>
                <a:ea typeface="Cambria" panose="02040503050406030204" pitchFamily="18" charset="0"/>
                <a:cs typeface="Arial" panose="020B0604020202090204"/>
              </a:rPr>
              <a:t>delivery</a:t>
            </a:r>
            <a:r>
              <a:rPr sz="2500" spc="40" dirty="0">
                <a:latin typeface="Cambria" panose="02040503050406030204" pitchFamily="18" charset="0"/>
                <a:ea typeface="Cambria" panose="02040503050406030204" pitchFamily="18" charset="0"/>
                <a:cs typeface="Arial" panose="020B0604020202090204"/>
              </a:rPr>
              <a:t> </a:t>
            </a:r>
            <a:r>
              <a:rPr sz="2500" spc="-185" dirty="0">
                <a:latin typeface="Cambria" panose="02040503050406030204" pitchFamily="18" charset="0"/>
                <a:ea typeface="Cambria" panose="02040503050406030204" pitchFamily="18" charset="0"/>
                <a:cs typeface="Arial" panose="020B0604020202090204"/>
              </a:rPr>
              <a:t>instructions</a:t>
            </a:r>
            <a:endParaRPr sz="2500" dirty="0">
              <a:latin typeface="Cambria" panose="02040503050406030204" pitchFamily="18" charset="0"/>
              <a:ea typeface="Cambria" panose="02040503050406030204" pitchFamily="18" charset="0"/>
              <a:cs typeface="Arial" panose="020B0604020202090204"/>
            </a:endParaRPr>
          </a:p>
        </p:txBody>
      </p:sp>
      <p:sp>
        <p:nvSpPr>
          <p:cNvPr id="4" name="object 4"/>
          <p:cNvSpPr/>
          <p:nvPr/>
        </p:nvSpPr>
        <p:spPr>
          <a:xfrm>
            <a:off x="780364" y="3877435"/>
            <a:ext cx="216408" cy="20767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87806" y="4803505"/>
            <a:ext cx="216408" cy="20767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787806" y="5729575"/>
            <a:ext cx="216408" cy="207670"/>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534162" y="1677161"/>
            <a:ext cx="5943600" cy="0"/>
          </a:xfrm>
          <a:custGeom>
            <a:avLst/>
            <a:gdLst/>
            <a:ahLst/>
            <a:cxnLst/>
            <a:rect l="l" t="t" r="r" b="b"/>
            <a:pathLst>
              <a:path w="5943600">
                <a:moveTo>
                  <a:pt x="0" y="0"/>
                </a:moveTo>
                <a:lnTo>
                  <a:pt x="5943600" y="0"/>
                </a:lnTo>
              </a:path>
            </a:pathLst>
          </a:custGeom>
          <a:ln w="28956">
            <a:solidFill>
              <a:srgbClr val="2583C5"/>
            </a:solidFill>
          </a:ln>
        </p:spPr>
        <p:txBody>
          <a:bodyPr wrap="square" lIns="0" tIns="0" rIns="0" bIns="0" rtlCol="0"/>
          <a:lstStyle/>
          <a:p>
            <a:endParaRPr/>
          </a:p>
        </p:txBody>
      </p:sp>
      <p:sp>
        <p:nvSpPr>
          <p:cNvPr id="9" name="object 9"/>
          <p:cNvSpPr txBox="1"/>
          <p:nvPr/>
        </p:nvSpPr>
        <p:spPr>
          <a:xfrm>
            <a:off x="686562" y="2181605"/>
            <a:ext cx="7772400" cy="422552"/>
          </a:xfrm>
          <a:prstGeom prst="rect">
            <a:avLst/>
          </a:prstGeom>
          <a:ln w="28955">
            <a:solidFill>
              <a:srgbClr val="2583C5"/>
            </a:solidFill>
          </a:ln>
        </p:spPr>
        <p:txBody>
          <a:bodyPr vert="horz" wrap="square" lIns="0" tIns="37465" rIns="0" bIns="0" rtlCol="0">
            <a:spAutoFit/>
          </a:bodyPr>
          <a:lstStyle/>
          <a:p>
            <a:pPr marL="146685">
              <a:lnSpc>
                <a:spcPct val="100000"/>
              </a:lnSpc>
              <a:spcBef>
                <a:spcPts val="295"/>
              </a:spcBef>
            </a:pPr>
            <a:r>
              <a:rPr sz="2500" dirty="0">
                <a:solidFill>
                  <a:srgbClr val="1CACE3"/>
                </a:solidFill>
                <a:latin typeface="Cambria" panose="02040503050406030204" pitchFamily="18" charset="0"/>
                <a:ea typeface="Cambria" panose="02040503050406030204" pitchFamily="18" charset="0"/>
                <a:cs typeface="Arial" panose="020B0604020202090204"/>
              </a:rPr>
              <a:t>Order </a:t>
            </a:r>
            <a:r>
              <a:rPr sz="2500" spc="-5" dirty="0">
                <a:latin typeface="Cambria" panose="02040503050406030204" pitchFamily="18" charset="0"/>
                <a:ea typeface="Cambria" panose="02040503050406030204" pitchFamily="18" charset="0"/>
                <a:cs typeface="Arial" panose="020B0604020202090204"/>
              </a:rPr>
              <a:t>messages ask </a:t>
            </a:r>
            <a:r>
              <a:rPr sz="2500" dirty="0">
                <a:latin typeface="Cambria" panose="02040503050406030204" pitchFamily="18" charset="0"/>
                <a:ea typeface="Cambria" panose="02040503050406030204" pitchFamily="18" charset="0"/>
                <a:cs typeface="Arial" panose="020B0604020202090204"/>
              </a:rPr>
              <a:t>for </a:t>
            </a:r>
            <a:r>
              <a:rPr sz="2500" spc="-5" dirty="0">
                <a:latin typeface="Cambria" panose="02040503050406030204" pitchFamily="18" charset="0"/>
                <a:ea typeface="Cambria" panose="02040503050406030204" pitchFamily="18" charset="0"/>
                <a:cs typeface="Arial" panose="020B0604020202090204"/>
              </a:rPr>
              <a:t>goods or</a:t>
            </a:r>
            <a:r>
              <a:rPr sz="2500" spc="45" dirty="0">
                <a:latin typeface="Cambria" panose="02040503050406030204" pitchFamily="18" charset="0"/>
                <a:ea typeface="Cambria" panose="02040503050406030204" pitchFamily="18" charset="0"/>
                <a:cs typeface="Arial" panose="020B0604020202090204"/>
              </a:rPr>
              <a:t> </a:t>
            </a:r>
            <a:r>
              <a:rPr sz="2500" spc="-5" dirty="0">
                <a:latin typeface="Cambria" panose="02040503050406030204" pitchFamily="18" charset="0"/>
                <a:ea typeface="Cambria" panose="02040503050406030204" pitchFamily="18" charset="0"/>
                <a:cs typeface="Arial" panose="020B0604020202090204"/>
              </a:rPr>
              <a:t>services.</a:t>
            </a:r>
            <a:endParaRPr sz="2500" dirty="0">
              <a:latin typeface="Cambria" panose="02040503050406030204" pitchFamily="18" charset="0"/>
              <a:ea typeface="Cambria" panose="02040503050406030204" pitchFamily="18" charset="0"/>
              <a:cs typeface="Arial" panose="020B0604020202090204"/>
            </a:endParaRPr>
          </a:p>
        </p:txBody>
      </p:sp>
      <p:sp>
        <p:nvSpPr>
          <p:cNvPr id="10" name="Title 9"/>
          <p:cNvSpPr>
            <a:spLocks noGrp="1"/>
          </p:cNvSpPr>
          <p:nvPr>
            <p:ph type="title"/>
          </p:nvPr>
        </p:nvSpPr>
        <p:spPr>
          <a:xfrm>
            <a:off x="555307" y="1074293"/>
            <a:ext cx="8034909" cy="553998"/>
          </a:xfrm>
        </p:spPr>
        <p:txBody>
          <a:bodyPr>
            <a:normAutofit fontScale="90000"/>
          </a:bodyPr>
          <a:lstStyle/>
          <a:p>
            <a:r>
              <a:rPr lang="en-US" sz="3600" dirty="0">
                <a:latin typeface="Cambria" panose="02040503050406030204" pitchFamily="18" charset="0"/>
                <a:ea typeface="Cambria" panose="02040503050406030204" pitchFamily="18" charset="0"/>
              </a:rPr>
              <a:t>ORDER MESSAGES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1420" y="1180464"/>
            <a:ext cx="7226300" cy="4339590"/>
          </a:xfrm>
          <a:prstGeom prst="rect">
            <a:avLst/>
          </a:prstGeom>
        </p:spPr>
        <p:txBody>
          <a:bodyPr vert="horz" wrap="square" lIns="0" tIns="163830" rIns="0" bIns="0" rtlCol="0">
            <a:spAutoFit/>
          </a:bodyPr>
          <a:lstStyle/>
          <a:p>
            <a:pPr marL="104140">
              <a:lnSpc>
                <a:spcPct val="100000"/>
              </a:lnSpc>
              <a:spcBef>
                <a:spcPts val="1290"/>
              </a:spcBef>
            </a:pPr>
            <a:r>
              <a:rPr sz="2400" spc="-80" dirty="0">
                <a:latin typeface="Cambria" panose="02040503050406030204" pitchFamily="18" charset="0"/>
                <a:ea typeface="Cambria" panose="02040503050406030204" pitchFamily="18" charset="0"/>
                <a:cs typeface="Arial" panose="020B0604020202090204"/>
              </a:rPr>
              <a:t>Dear </a:t>
            </a:r>
            <a:r>
              <a:rPr sz="2400" spc="-180" dirty="0">
                <a:latin typeface="Cambria" panose="02040503050406030204" pitchFamily="18" charset="0"/>
                <a:ea typeface="Cambria" panose="02040503050406030204" pitchFamily="18" charset="0"/>
                <a:cs typeface="Arial" panose="020B0604020202090204"/>
              </a:rPr>
              <a:t>Ms.</a:t>
            </a:r>
            <a:r>
              <a:rPr sz="2400" spc="65" dirty="0">
                <a:latin typeface="Cambria" panose="02040503050406030204" pitchFamily="18" charset="0"/>
                <a:ea typeface="Cambria" panose="02040503050406030204" pitchFamily="18" charset="0"/>
                <a:cs typeface="Arial" panose="020B0604020202090204"/>
              </a:rPr>
              <a:t> </a:t>
            </a:r>
            <a:r>
              <a:rPr sz="2400" spc="-229" dirty="0">
                <a:latin typeface="Cambria" panose="02040503050406030204" pitchFamily="18" charset="0"/>
                <a:ea typeface="Cambria" panose="02040503050406030204" pitchFamily="18" charset="0"/>
                <a:cs typeface="Arial" panose="020B0604020202090204"/>
              </a:rPr>
              <a:t>Rose,</a:t>
            </a:r>
            <a:endParaRPr sz="2400" dirty="0">
              <a:latin typeface="Cambria" panose="02040503050406030204" pitchFamily="18" charset="0"/>
              <a:ea typeface="Cambria" panose="02040503050406030204" pitchFamily="18" charset="0"/>
              <a:cs typeface="Arial" panose="020B0604020202090204"/>
            </a:endParaRPr>
          </a:p>
          <a:p>
            <a:pPr marL="104140">
              <a:lnSpc>
                <a:spcPct val="100000"/>
              </a:lnSpc>
              <a:spcBef>
                <a:spcPts val="1190"/>
              </a:spcBef>
            </a:pPr>
            <a:r>
              <a:rPr sz="2400" spc="-125" dirty="0">
                <a:latin typeface="Cambria" panose="02040503050406030204" pitchFamily="18" charset="0"/>
                <a:ea typeface="Cambria" panose="02040503050406030204" pitchFamily="18" charset="0"/>
                <a:cs typeface="Arial" panose="020B0604020202090204"/>
              </a:rPr>
              <a:t>Subject: </a:t>
            </a:r>
            <a:r>
              <a:rPr sz="2400" u="heavy" spc="-25" dirty="0">
                <a:uFill>
                  <a:solidFill>
                    <a:srgbClr val="000000"/>
                  </a:solidFill>
                </a:uFill>
                <a:latin typeface="Cambria" panose="02040503050406030204" pitchFamily="18" charset="0"/>
                <a:ea typeface="Cambria" panose="02040503050406030204" pitchFamily="18" charset="0"/>
                <a:cs typeface="Arial" panose="020B0604020202090204"/>
              </a:rPr>
              <a:t>Order </a:t>
            </a:r>
            <a:r>
              <a:rPr sz="2400" u="heavy" spc="-15" dirty="0">
                <a:uFill>
                  <a:solidFill>
                    <a:srgbClr val="000000"/>
                  </a:solidFill>
                </a:uFill>
                <a:latin typeface="Cambria" panose="02040503050406030204" pitchFamily="18" charset="0"/>
                <a:ea typeface="Cambria" panose="02040503050406030204" pitchFamily="18" charset="0"/>
                <a:cs typeface="Arial" panose="020B0604020202090204"/>
              </a:rPr>
              <a:t>for </a:t>
            </a:r>
            <a:r>
              <a:rPr sz="2400" u="heavy" spc="-110" dirty="0">
                <a:uFill>
                  <a:solidFill>
                    <a:srgbClr val="000000"/>
                  </a:solidFill>
                </a:uFill>
                <a:latin typeface="Cambria" panose="02040503050406030204" pitchFamily="18" charset="0"/>
                <a:ea typeface="Cambria" panose="02040503050406030204" pitchFamily="18" charset="0"/>
                <a:cs typeface="Arial" panose="020B0604020202090204"/>
              </a:rPr>
              <a:t>Stand </a:t>
            </a:r>
            <a:r>
              <a:rPr sz="2400" u="heavy" spc="-95" dirty="0">
                <a:uFill>
                  <a:solidFill>
                    <a:srgbClr val="000000"/>
                  </a:solidFill>
                </a:uFill>
                <a:latin typeface="Cambria" panose="02040503050406030204" pitchFamily="18" charset="0"/>
                <a:ea typeface="Cambria" panose="02040503050406030204" pitchFamily="18" charset="0"/>
                <a:cs typeface="Arial" panose="020B0604020202090204"/>
              </a:rPr>
              <a:t>Mixers </a:t>
            </a:r>
            <a:r>
              <a:rPr sz="2400" u="heavy" spc="-75" dirty="0">
                <a:uFill>
                  <a:solidFill>
                    <a:srgbClr val="000000"/>
                  </a:solidFill>
                </a:uFill>
                <a:latin typeface="Cambria" panose="02040503050406030204" pitchFamily="18" charset="0"/>
                <a:ea typeface="Cambria" panose="02040503050406030204" pitchFamily="18" charset="0"/>
                <a:cs typeface="Arial" panose="020B0604020202090204"/>
              </a:rPr>
              <a:t>(Model</a:t>
            </a:r>
            <a:r>
              <a:rPr sz="2400" u="heavy" spc="310" dirty="0">
                <a:uFill>
                  <a:solidFill>
                    <a:srgbClr val="000000"/>
                  </a:solidFill>
                </a:uFill>
                <a:latin typeface="Cambria" panose="02040503050406030204" pitchFamily="18" charset="0"/>
                <a:ea typeface="Cambria" panose="02040503050406030204" pitchFamily="18" charset="0"/>
                <a:cs typeface="Arial" panose="020B0604020202090204"/>
              </a:rPr>
              <a:t> </a:t>
            </a:r>
            <a:r>
              <a:rPr sz="2400" u="heavy" spc="5" dirty="0">
                <a:uFill>
                  <a:solidFill>
                    <a:srgbClr val="000000"/>
                  </a:solidFill>
                </a:uFill>
                <a:latin typeface="Cambria" panose="02040503050406030204" pitchFamily="18" charset="0"/>
                <a:ea typeface="Cambria" panose="02040503050406030204" pitchFamily="18" charset="0"/>
                <a:cs typeface="Arial" panose="020B0604020202090204"/>
              </a:rPr>
              <a:t>#43423)</a:t>
            </a:r>
            <a:endParaRPr sz="2400" dirty="0">
              <a:latin typeface="Cambria" panose="02040503050406030204" pitchFamily="18" charset="0"/>
              <a:ea typeface="Cambria" panose="02040503050406030204" pitchFamily="18" charset="0"/>
              <a:cs typeface="Arial" panose="020B0604020202090204"/>
            </a:endParaRPr>
          </a:p>
          <a:p>
            <a:pPr marL="12700" marR="6985" algn="just">
              <a:lnSpc>
                <a:spcPts val="1940"/>
              </a:lnSpc>
              <a:spcBef>
                <a:spcPts val="1435"/>
              </a:spcBef>
            </a:pPr>
            <a:r>
              <a:rPr sz="2400" spc="-75" dirty="0">
                <a:latin typeface="Cambria" panose="02040503050406030204" pitchFamily="18" charset="0"/>
                <a:ea typeface="Cambria" panose="02040503050406030204" pitchFamily="18" charset="0"/>
                <a:cs typeface="Arial" panose="020B0604020202090204"/>
              </a:rPr>
              <a:t>We </a:t>
            </a:r>
            <a:r>
              <a:rPr sz="2400" spc="-95" dirty="0">
                <a:latin typeface="Cambria" panose="02040503050406030204" pitchFamily="18" charset="0"/>
                <a:ea typeface="Cambria" panose="02040503050406030204" pitchFamily="18" charset="0"/>
                <a:cs typeface="Arial" panose="020B0604020202090204"/>
              </a:rPr>
              <a:t>would </a:t>
            </a:r>
            <a:r>
              <a:rPr sz="2400" spc="-70" dirty="0">
                <a:latin typeface="Cambria" panose="02040503050406030204" pitchFamily="18" charset="0"/>
                <a:ea typeface="Cambria" panose="02040503050406030204" pitchFamily="18" charset="0"/>
                <a:cs typeface="Arial" panose="020B0604020202090204"/>
              </a:rPr>
              <a:t>like </a:t>
            </a:r>
            <a:r>
              <a:rPr sz="2400" spc="-50" dirty="0">
                <a:latin typeface="Cambria" panose="02040503050406030204" pitchFamily="18" charset="0"/>
                <a:ea typeface="Cambria" panose="02040503050406030204" pitchFamily="18" charset="0"/>
                <a:cs typeface="Arial" panose="020B0604020202090204"/>
              </a:rPr>
              <a:t>to </a:t>
            </a:r>
            <a:r>
              <a:rPr sz="2400" spc="-130" dirty="0">
                <a:latin typeface="Cambria" panose="02040503050406030204" pitchFamily="18" charset="0"/>
                <a:ea typeface="Cambria" panose="02040503050406030204" pitchFamily="18" charset="0"/>
                <a:cs typeface="Arial" panose="020B0604020202090204"/>
              </a:rPr>
              <a:t>purchase </a:t>
            </a:r>
            <a:r>
              <a:rPr sz="2400" spc="-85" dirty="0">
                <a:latin typeface="Cambria" panose="02040503050406030204" pitchFamily="18" charset="0"/>
                <a:ea typeface="Cambria" panose="02040503050406030204" pitchFamily="18" charset="0"/>
                <a:cs typeface="Arial" panose="020B0604020202090204"/>
              </a:rPr>
              <a:t>twenty two </a:t>
            </a:r>
            <a:r>
              <a:rPr sz="2400" spc="-65" dirty="0">
                <a:latin typeface="Cambria" panose="02040503050406030204" pitchFamily="18" charset="0"/>
                <a:ea typeface="Cambria" panose="02040503050406030204" pitchFamily="18" charset="0"/>
                <a:cs typeface="Arial" panose="020B0604020202090204"/>
              </a:rPr>
              <a:t>(22) individual </a:t>
            </a:r>
            <a:r>
              <a:rPr sz="2400" spc="-114" dirty="0">
                <a:latin typeface="Cambria" panose="02040503050406030204" pitchFamily="18" charset="0"/>
                <a:ea typeface="Cambria" panose="02040503050406030204" pitchFamily="18" charset="0"/>
                <a:cs typeface="Arial" panose="020B0604020202090204"/>
              </a:rPr>
              <a:t>stand </a:t>
            </a:r>
            <a:r>
              <a:rPr sz="2400" spc="-125" dirty="0">
                <a:latin typeface="Cambria" panose="02040503050406030204" pitchFamily="18" charset="0"/>
                <a:ea typeface="Cambria" panose="02040503050406030204" pitchFamily="18" charset="0"/>
                <a:cs typeface="Arial" panose="020B0604020202090204"/>
              </a:rPr>
              <a:t>mixers </a:t>
            </a:r>
            <a:r>
              <a:rPr sz="2400" spc="-75" dirty="0">
                <a:latin typeface="Cambria" panose="02040503050406030204" pitchFamily="18" charset="0"/>
                <a:ea typeface="Cambria" panose="02040503050406030204" pitchFamily="18" charset="0"/>
                <a:cs typeface="Arial" panose="020B0604020202090204"/>
              </a:rPr>
              <a:t>(Model  </a:t>
            </a:r>
            <a:r>
              <a:rPr sz="2400" spc="-10" dirty="0">
                <a:latin typeface="Cambria" panose="02040503050406030204" pitchFamily="18" charset="0"/>
                <a:ea typeface="Cambria" panose="02040503050406030204" pitchFamily="18" charset="0"/>
                <a:cs typeface="Arial" panose="020B0604020202090204"/>
              </a:rPr>
              <a:t>#43423)</a:t>
            </a:r>
            <a:r>
              <a:rPr lang="en-US" sz="2400" spc="-10" dirty="0">
                <a:latin typeface="Cambria" panose="02040503050406030204" pitchFamily="18" charset="0"/>
                <a:ea typeface="Cambria" panose="02040503050406030204" pitchFamily="18" charset="0"/>
                <a:cs typeface="Arial" panose="020B0604020202090204"/>
              </a:rPr>
              <a:t>. </a:t>
            </a:r>
            <a:r>
              <a:rPr lang="en-US" sz="2400" b="1" u="sng" spc="-175" dirty="0">
                <a:latin typeface="Cambria" panose="02040503050406030204" pitchFamily="18" charset="0"/>
                <a:ea typeface="Cambria" panose="02040503050406030204" pitchFamily="18" charset="0"/>
                <a:cs typeface="Arial" panose="020B0604020202090204"/>
              </a:rPr>
              <a:t>(introduction for this letter can be in one sentence)</a:t>
            </a:r>
            <a:endParaRPr lang="en-US" sz="2400" b="1" u="sng" spc="-55" dirty="0">
              <a:latin typeface="Cambria" panose="02040503050406030204" pitchFamily="18" charset="0"/>
              <a:ea typeface="Cambria" panose="02040503050406030204" pitchFamily="18" charset="0"/>
              <a:cs typeface="Arial" panose="020B0604020202090204"/>
            </a:endParaRPr>
          </a:p>
          <a:p>
            <a:pPr marL="12700" marR="6985" algn="just">
              <a:lnSpc>
                <a:spcPts val="1940"/>
              </a:lnSpc>
              <a:spcBef>
                <a:spcPts val="1435"/>
              </a:spcBef>
            </a:pPr>
            <a:r>
              <a:rPr lang="en-US" sz="2400" spc="-55" dirty="0">
                <a:latin typeface="Cambria" panose="02040503050406030204" pitchFamily="18" charset="0"/>
                <a:ea typeface="Cambria" panose="02040503050406030204" pitchFamily="18" charset="0"/>
                <a:cs typeface="Arial" panose="020B0604020202090204"/>
              </a:rPr>
              <a:t>We hope the product will be in excellent conditions as we will use the mixers for our newly open factory. Your assistance in checking the condition of the mixers is highly appreciated. </a:t>
            </a:r>
            <a:r>
              <a:rPr lang="en-US" sz="2400" spc="-75" dirty="0">
                <a:latin typeface="Cambria" panose="02040503050406030204" pitchFamily="18" charset="0"/>
                <a:ea typeface="Cambria" panose="02040503050406030204" pitchFamily="18" charset="0"/>
                <a:cs typeface="Arial" panose="020B0604020202090204"/>
              </a:rPr>
              <a:t>On top of that, we </a:t>
            </a:r>
            <a:r>
              <a:rPr lang="en-US" sz="2400" spc="-110" dirty="0">
                <a:latin typeface="Cambria" panose="02040503050406030204" pitchFamily="18" charset="0"/>
                <a:ea typeface="Cambria" panose="02040503050406030204" pitchFamily="18" charset="0"/>
                <a:cs typeface="Arial" panose="020B0604020202090204"/>
              </a:rPr>
              <a:t>hope </a:t>
            </a:r>
            <a:r>
              <a:rPr lang="en-US" sz="2400" spc="-60" dirty="0">
                <a:latin typeface="Cambria" panose="02040503050406030204" pitchFamily="18" charset="0"/>
                <a:ea typeface="Cambria" panose="02040503050406030204" pitchFamily="18" charset="0"/>
                <a:cs typeface="Arial" panose="020B0604020202090204"/>
              </a:rPr>
              <a:t>to </a:t>
            </a:r>
            <a:r>
              <a:rPr lang="en-US" sz="2400" spc="-95" dirty="0">
                <a:latin typeface="Cambria" panose="02040503050406030204" pitchFamily="18" charset="0"/>
                <a:ea typeface="Cambria" panose="02040503050406030204" pitchFamily="18" charset="0"/>
                <a:cs typeface="Arial" panose="020B0604020202090204"/>
              </a:rPr>
              <a:t>receive </a:t>
            </a:r>
            <a:r>
              <a:rPr lang="en-US" sz="2400" spc="-135" dirty="0">
                <a:latin typeface="Cambria" panose="02040503050406030204" pitchFamily="18" charset="0"/>
                <a:ea typeface="Cambria" panose="02040503050406030204" pitchFamily="18" charset="0"/>
                <a:cs typeface="Arial" panose="020B0604020202090204"/>
              </a:rPr>
              <a:t>this </a:t>
            </a:r>
            <a:r>
              <a:rPr lang="en-US" sz="2400" spc="-45" dirty="0">
                <a:latin typeface="Cambria" panose="02040503050406030204" pitchFamily="18" charset="0"/>
                <a:ea typeface="Cambria" panose="02040503050406030204" pitchFamily="18" charset="0"/>
                <a:cs typeface="Arial" panose="020B0604020202090204"/>
              </a:rPr>
              <a:t>order </a:t>
            </a:r>
            <a:r>
              <a:rPr lang="en-US" sz="2400" spc="-160" dirty="0">
                <a:latin typeface="Cambria" panose="02040503050406030204" pitchFamily="18" charset="0"/>
                <a:ea typeface="Cambria" panose="02040503050406030204" pitchFamily="18" charset="0"/>
                <a:cs typeface="Arial" panose="020B0604020202090204"/>
              </a:rPr>
              <a:t>no  </a:t>
            </a:r>
            <a:r>
              <a:rPr lang="en-US" sz="2400" spc="-30" dirty="0">
                <a:latin typeface="Cambria" panose="02040503050406030204" pitchFamily="18" charset="0"/>
                <a:ea typeface="Cambria" panose="02040503050406030204" pitchFamily="18" charset="0"/>
                <a:cs typeface="Arial" panose="020B0604020202090204"/>
              </a:rPr>
              <a:t>later </a:t>
            </a:r>
            <a:r>
              <a:rPr lang="en-US" sz="2400" spc="-114" dirty="0">
                <a:latin typeface="Cambria" panose="02040503050406030204" pitchFamily="18" charset="0"/>
                <a:ea typeface="Cambria" panose="02040503050406030204" pitchFamily="18" charset="0"/>
                <a:cs typeface="Arial" panose="020B0604020202090204"/>
              </a:rPr>
              <a:t>than </a:t>
            </a:r>
            <a:r>
              <a:rPr lang="en-US" sz="2400" spc="-90" dirty="0">
                <a:latin typeface="Cambria" panose="02040503050406030204" pitchFamily="18" charset="0"/>
                <a:ea typeface="Cambria" panose="02040503050406030204" pitchFamily="18" charset="0"/>
                <a:cs typeface="Arial" panose="020B0604020202090204"/>
              </a:rPr>
              <a:t>Friday, </a:t>
            </a:r>
            <a:r>
              <a:rPr lang="en-US" sz="2400" spc="-10" dirty="0">
                <a:latin typeface="Cambria" panose="02040503050406030204" pitchFamily="18" charset="0"/>
                <a:ea typeface="Cambria" panose="02040503050406030204" pitchFamily="18" charset="0"/>
                <a:cs typeface="Arial" panose="020B0604020202090204"/>
              </a:rPr>
              <a:t>28 </a:t>
            </a:r>
            <a:r>
              <a:rPr lang="en-US" sz="2400" spc="-110" dirty="0">
                <a:latin typeface="Cambria" panose="02040503050406030204" pitchFamily="18" charset="0"/>
                <a:ea typeface="Cambria" panose="02040503050406030204" pitchFamily="18" charset="0"/>
                <a:cs typeface="Arial" panose="020B0604020202090204"/>
              </a:rPr>
              <a:t>September 2026</a:t>
            </a:r>
            <a:r>
              <a:rPr lang="en-US" sz="2400" spc="-30" dirty="0">
                <a:latin typeface="Cambria" panose="02040503050406030204" pitchFamily="18" charset="0"/>
                <a:ea typeface="Cambria" panose="02040503050406030204" pitchFamily="18" charset="0"/>
                <a:cs typeface="Arial" panose="020B0604020202090204"/>
              </a:rPr>
              <a:t>. </a:t>
            </a:r>
            <a:endParaRPr sz="2400" dirty="0">
              <a:latin typeface="Cambria" panose="02040503050406030204" pitchFamily="18" charset="0"/>
              <a:ea typeface="Cambria" panose="02040503050406030204" pitchFamily="18" charset="0"/>
              <a:cs typeface="Arial" panose="020B0604020202090204"/>
            </a:endParaRPr>
          </a:p>
          <a:p>
            <a:pPr marL="12700" marR="7620" algn="just">
              <a:lnSpc>
                <a:spcPts val="1940"/>
              </a:lnSpc>
              <a:spcBef>
                <a:spcPts val="1405"/>
              </a:spcBef>
            </a:pPr>
            <a:r>
              <a:rPr sz="2400" spc="-75" dirty="0">
                <a:latin typeface="Cambria" panose="02040503050406030204" pitchFamily="18" charset="0"/>
                <a:ea typeface="Cambria" panose="02040503050406030204" pitchFamily="18" charset="0"/>
                <a:cs typeface="Arial" panose="020B0604020202090204"/>
              </a:rPr>
              <a:t>We </a:t>
            </a:r>
            <a:r>
              <a:rPr lang="en-US" sz="2400" spc="-75" dirty="0">
                <a:latin typeface="Cambria" panose="02040503050406030204" pitchFamily="18" charset="0"/>
                <a:ea typeface="Cambria" panose="02040503050406030204" pitchFamily="18" charset="0"/>
                <a:cs typeface="Arial" panose="020B0604020202090204"/>
              </a:rPr>
              <a:t>will pay for the items directly to your bank account upon receiving confirmation of this order. For delivery of this order, </a:t>
            </a:r>
            <a:r>
              <a:rPr lang="en-US" sz="2400" dirty="0">
                <a:latin typeface="Cambria" panose="02040503050406030204" pitchFamily="18" charset="0"/>
                <a:ea typeface="Cambria" panose="02040503050406030204" pitchFamily="18" charset="0"/>
                <a:cs typeface="Arial" panose="020B0604020202090204"/>
              </a:rPr>
              <a:t> we prefer to use Ninja/Grab services.</a:t>
            </a:r>
            <a:endParaRPr sz="2400" dirty="0">
              <a:latin typeface="Cambria" panose="02040503050406030204" pitchFamily="18" charset="0"/>
              <a:ea typeface="Cambria" panose="02040503050406030204" pitchFamily="18" charset="0"/>
              <a:cs typeface="Arial" panose="020B060402020209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7927" y="3616384"/>
            <a:ext cx="6604634" cy="2879725"/>
          </a:xfrm>
          <a:prstGeom prst="rect">
            <a:avLst/>
          </a:prstGeom>
        </p:spPr>
        <p:txBody>
          <a:bodyPr vert="horz" wrap="square" lIns="0" tIns="55244" rIns="0" bIns="0" rtlCol="0">
            <a:spAutoFit/>
          </a:bodyPr>
          <a:lstStyle/>
          <a:p>
            <a:pPr marL="12700" marR="5080" algn="just">
              <a:lnSpc>
                <a:spcPts val="2700"/>
              </a:lnSpc>
              <a:spcBef>
                <a:spcPts val="435"/>
              </a:spcBef>
            </a:pPr>
            <a:r>
              <a:rPr lang="en-US" sz="2500" spc="-120" dirty="0">
                <a:latin typeface="Cambria" panose="02040503050406030204" pitchFamily="18" charset="0"/>
                <a:ea typeface="Cambria" panose="02040503050406030204" pitchFamily="18" charset="0"/>
                <a:cs typeface="Arial" panose="020B0604020202090204"/>
              </a:rPr>
              <a:t>Purpose - Express appreciation of an order and to </a:t>
            </a:r>
            <a:r>
              <a:rPr lang="en-US" sz="2500" spc="-85" dirty="0">
                <a:latin typeface="Cambria" panose="02040503050406030204" pitchFamily="18" charset="0"/>
                <a:ea typeface="Cambria" panose="02040503050406030204" pitchFamily="18" charset="0"/>
                <a:cs typeface="Arial" panose="020B0604020202090204"/>
              </a:rPr>
              <a:t>confirm the order request</a:t>
            </a:r>
          </a:p>
          <a:p>
            <a:pPr marL="12700" marR="5080" algn="just">
              <a:lnSpc>
                <a:spcPts val="2700"/>
              </a:lnSpc>
              <a:spcBef>
                <a:spcPts val="435"/>
              </a:spcBef>
            </a:pPr>
            <a:endParaRPr lang="en-US" sz="2500" spc="-85" dirty="0">
              <a:latin typeface="Cambria" panose="02040503050406030204" pitchFamily="18" charset="0"/>
              <a:ea typeface="Cambria" panose="02040503050406030204" pitchFamily="18" charset="0"/>
              <a:cs typeface="Arial" panose="020B0604020202090204"/>
            </a:endParaRPr>
          </a:p>
          <a:p>
            <a:pPr marL="12700" marR="5080" algn="just">
              <a:lnSpc>
                <a:spcPts val="2700"/>
              </a:lnSpc>
              <a:spcBef>
                <a:spcPts val="435"/>
              </a:spcBef>
            </a:pPr>
            <a:r>
              <a:rPr lang="en-US" sz="2500" spc="-85" dirty="0">
                <a:latin typeface="Cambria" panose="02040503050406030204" pitchFamily="18" charset="0"/>
                <a:ea typeface="Cambria" panose="02040503050406030204" pitchFamily="18" charset="0"/>
                <a:cs typeface="Arial" panose="020B0604020202090204"/>
              </a:rPr>
              <a:t>(Introduction) Acknowledge the order</a:t>
            </a:r>
            <a:endParaRPr sz="2500" dirty="0">
              <a:latin typeface="Cambria" panose="02040503050406030204" pitchFamily="18" charset="0"/>
              <a:ea typeface="Cambria" panose="02040503050406030204" pitchFamily="18" charset="0"/>
              <a:cs typeface="Arial" panose="020B0604020202090204"/>
            </a:endParaRPr>
          </a:p>
          <a:p>
            <a:pPr marL="12700" marR="160020" algn="just">
              <a:lnSpc>
                <a:spcPts val="4760"/>
              </a:lnSpc>
              <a:spcBef>
                <a:spcPts val="420"/>
              </a:spcBef>
            </a:pPr>
            <a:r>
              <a:rPr lang="en-US" sz="2500" spc="-165" dirty="0">
                <a:latin typeface="Cambria" panose="02040503050406030204" pitchFamily="18" charset="0"/>
                <a:ea typeface="Cambria" panose="02040503050406030204" pitchFamily="18" charset="0"/>
                <a:cs typeface="Arial" panose="020B0604020202090204"/>
              </a:rPr>
              <a:t>(Body) </a:t>
            </a:r>
            <a:r>
              <a:rPr sz="2500" spc="-165" dirty="0">
                <a:latin typeface="Cambria" panose="02040503050406030204" pitchFamily="18" charset="0"/>
                <a:ea typeface="Cambria" panose="02040503050406030204" pitchFamily="18" charset="0"/>
                <a:cs typeface="Arial" panose="020B0604020202090204"/>
              </a:rPr>
              <a:t>Describe </a:t>
            </a:r>
            <a:r>
              <a:rPr sz="2500" spc="-114" dirty="0">
                <a:latin typeface="Cambria" panose="02040503050406030204" pitchFamily="18" charset="0"/>
                <a:ea typeface="Cambria" panose="02040503050406030204" pitchFamily="18" charset="0"/>
                <a:cs typeface="Arial" panose="020B0604020202090204"/>
              </a:rPr>
              <a:t>features </a:t>
            </a:r>
            <a:r>
              <a:rPr sz="2500" spc="-5" dirty="0">
                <a:latin typeface="Cambria" panose="02040503050406030204" pitchFamily="18" charset="0"/>
                <a:ea typeface="Cambria" panose="02040503050406030204" pitchFamily="18" charset="0"/>
                <a:cs typeface="Arial" panose="020B0604020202090204"/>
              </a:rPr>
              <a:t>of </a:t>
            </a:r>
            <a:r>
              <a:rPr sz="2500" spc="-155" dirty="0">
                <a:latin typeface="Cambria" panose="02040503050406030204" pitchFamily="18" charset="0"/>
                <a:ea typeface="Cambria" panose="02040503050406030204" pitchFamily="18" charset="0"/>
                <a:cs typeface="Arial" panose="020B0604020202090204"/>
              </a:rPr>
              <a:t>the </a:t>
            </a:r>
            <a:r>
              <a:rPr sz="2500" spc="-120" dirty="0">
                <a:latin typeface="Cambria" panose="02040503050406030204" pitchFamily="18" charset="0"/>
                <a:ea typeface="Cambria" panose="02040503050406030204" pitchFamily="18" charset="0"/>
                <a:cs typeface="Arial" panose="020B0604020202090204"/>
              </a:rPr>
              <a:t>product </a:t>
            </a:r>
            <a:r>
              <a:rPr sz="2500" spc="-75" dirty="0">
                <a:latin typeface="Cambria" panose="02040503050406030204" pitchFamily="18" charset="0"/>
                <a:ea typeface="Cambria" panose="02040503050406030204" pitchFamily="18" charset="0"/>
                <a:cs typeface="Arial" panose="020B0604020202090204"/>
              </a:rPr>
              <a:t>or </a:t>
            </a:r>
            <a:r>
              <a:rPr sz="2500" spc="-155" dirty="0">
                <a:latin typeface="Cambria" panose="02040503050406030204" pitchFamily="18" charset="0"/>
                <a:ea typeface="Cambria" panose="02040503050406030204" pitchFamily="18" charset="0"/>
                <a:cs typeface="Arial" panose="020B0604020202090204"/>
              </a:rPr>
              <a:t>service </a:t>
            </a:r>
            <a:endParaRPr lang="en-US" sz="2500" spc="-155" dirty="0">
              <a:latin typeface="Cambria" panose="02040503050406030204" pitchFamily="18" charset="0"/>
              <a:ea typeface="Cambria" panose="02040503050406030204" pitchFamily="18" charset="0"/>
              <a:cs typeface="Arial" panose="020B0604020202090204"/>
            </a:endParaRPr>
          </a:p>
          <a:p>
            <a:pPr marL="12700" marR="160020" algn="just">
              <a:lnSpc>
                <a:spcPts val="4760"/>
              </a:lnSpc>
              <a:spcBef>
                <a:spcPts val="420"/>
              </a:spcBef>
            </a:pPr>
            <a:r>
              <a:rPr lang="en-US" sz="2500" spc="-295" dirty="0">
                <a:latin typeface="Cambria" panose="02040503050406030204" pitchFamily="18" charset="0"/>
                <a:ea typeface="Cambria" panose="02040503050406030204" pitchFamily="18" charset="0"/>
                <a:cs typeface="Arial" panose="020B0604020202090204"/>
              </a:rPr>
              <a:t>(</a:t>
            </a:r>
            <a:r>
              <a:rPr lang="en-US" sz="2500" spc="-175" dirty="0">
                <a:latin typeface="Cambria" panose="02040503050406030204" pitchFamily="18" charset="0"/>
                <a:ea typeface="Cambria" panose="02040503050406030204" pitchFamily="18" charset="0"/>
                <a:cs typeface="Arial" panose="020B0604020202090204"/>
                <a:sym typeface="+mn-ea"/>
              </a:rPr>
              <a:t>Conclusion</a:t>
            </a:r>
            <a:r>
              <a:rPr lang="en-US" sz="2500" spc="-295" dirty="0">
                <a:latin typeface="Cambria" panose="02040503050406030204" pitchFamily="18" charset="0"/>
                <a:ea typeface="Cambria" panose="02040503050406030204" pitchFamily="18" charset="0"/>
                <a:cs typeface="Arial" panose="020B0604020202090204"/>
              </a:rPr>
              <a:t>) </a:t>
            </a:r>
            <a:r>
              <a:rPr sz="2500" spc="-295" dirty="0">
                <a:latin typeface="Cambria" panose="02040503050406030204" pitchFamily="18" charset="0"/>
                <a:ea typeface="Cambria" panose="02040503050406030204" pitchFamily="18" charset="0"/>
                <a:cs typeface="Arial" panose="020B0604020202090204"/>
              </a:rPr>
              <a:t>End </a:t>
            </a:r>
            <a:r>
              <a:rPr sz="2500" spc="-70" dirty="0">
                <a:latin typeface="Cambria" panose="02040503050406030204" pitchFamily="18" charset="0"/>
                <a:ea typeface="Cambria" panose="02040503050406030204" pitchFamily="18" charset="0"/>
                <a:cs typeface="Arial" panose="020B0604020202090204"/>
              </a:rPr>
              <a:t>by </a:t>
            </a:r>
            <a:r>
              <a:rPr sz="2500" spc="-145" dirty="0">
                <a:latin typeface="Cambria" panose="02040503050406030204" pitchFamily="18" charset="0"/>
                <a:ea typeface="Cambria" panose="02040503050406030204" pitchFamily="18" charset="0"/>
                <a:cs typeface="Arial" panose="020B0604020202090204"/>
              </a:rPr>
              <a:t>encouraging </a:t>
            </a:r>
            <a:r>
              <a:rPr sz="2500" spc="-105" dirty="0">
                <a:latin typeface="Cambria" panose="02040503050406030204" pitchFamily="18" charset="0"/>
                <a:ea typeface="Cambria" panose="02040503050406030204" pitchFamily="18" charset="0"/>
                <a:cs typeface="Arial" panose="020B0604020202090204"/>
              </a:rPr>
              <a:t>future</a:t>
            </a:r>
            <a:r>
              <a:rPr sz="2500" spc="135" dirty="0">
                <a:latin typeface="Cambria" panose="02040503050406030204" pitchFamily="18" charset="0"/>
                <a:ea typeface="Cambria" panose="02040503050406030204" pitchFamily="18" charset="0"/>
                <a:cs typeface="Arial" panose="020B0604020202090204"/>
              </a:rPr>
              <a:t> </a:t>
            </a:r>
            <a:r>
              <a:rPr sz="2500" spc="-130" dirty="0">
                <a:latin typeface="Cambria" panose="02040503050406030204" pitchFamily="18" charset="0"/>
                <a:ea typeface="Cambria" panose="02040503050406030204" pitchFamily="18" charset="0"/>
                <a:cs typeface="Arial" panose="020B0604020202090204"/>
              </a:rPr>
              <a:t>orders</a:t>
            </a:r>
            <a:endParaRPr sz="2500" dirty="0">
              <a:latin typeface="Cambria" panose="02040503050406030204" pitchFamily="18" charset="0"/>
              <a:ea typeface="Cambria" panose="02040503050406030204" pitchFamily="18" charset="0"/>
              <a:cs typeface="Arial" panose="020B0604020202090204"/>
            </a:endParaRPr>
          </a:p>
        </p:txBody>
      </p:sp>
      <p:sp>
        <p:nvSpPr>
          <p:cNvPr id="4" name="object 4"/>
          <p:cNvSpPr/>
          <p:nvPr/>
        </p:nvSpPr>
        <p:spPr>
          <a:xfrm>
            <a:off x="560482" y="4847248"/>
            <a:ext cx="216408" cy="20767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23315" y="5414495"/>
            <a:ext cx="216408" cy="20767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649234" y="6076552"/>
            <a:ext cx="216408" cy="207670"/>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381761" y="1677161"/>
            <a:ext cx="5943600" cy="0"/>
          </a:xfrm>
          <a:custGeom>
            <a:avLst/>
            <a:gdLst/>
            <a:ahLst/>
            <a:cxnLst/>
            <a:rect l="l" t="t" r="r" b="b"/>
            <a:pathLst>
              <a:path w="5943600">
                <a:moveTo>
                  <a:pt x="0" y="0"/>
                </a:moveTo>
                <a:lnTo>
                  <a:pt x="5943600" y="0"/>
                </a:lnTo>
              </a:path>
            </a:pathLst>
          </a:custGeom>
          <a:ln w="28956">
            <a:solidFill>
              <a:srgbClr val="2583C5"/>
            </a:solidFill>
          </a:ln>
        </p:spPr>
        <p:txBody>
          <a:bodyPr wrap="square" lIns="0" tIns="0" rIns="0" bIns="0" rtlCol="0"/>
          <a:lstStyle/>
          <a:p>
            <a:endParaRPr/>
          </a:p>
        </p:txBody>
      </p:sp>
      <p:sp>
        <p:nvSpPr>
          <p:cNvPr id="9" name="object 9"/>
          <p:cNvSpPr txBox="1"/>
          <p:nvPr/>
        </p:nvSpPr>
        <p:spPr>
          <a:xfrm>
            <a:off x="708593" y="2304865"/>
            <a:ext cx="7812405" cy="797654"/>
          </a:xfrm>
          <a:prstGeom prst="rect">
            <a:avLst/>
          </a:prstGeom>
          <a:ln w="28955">
            <a:solidFill>
              <a:srgbClr val="2583C5"/>
            </a:solidFill>
          </a:ln>
        </p:spPr>
        <p:txBody>
          <a:bodyPr vert="horz" wrap="square" lIns="0" tIns="27940" rIns="0" bIns="0" rtlCol="0">
            <a:spAutoFit/>
          </a:bodyPr>
          <a:lstStyle/>
          <a:p>
            <a:pPr marL="90170" marR="577850" algn="just">
              <a:lnSpc>
                <a:spcPct val="100000"/>
              </a:lnSpc>
              <a:spcBef>
                <a:spcPts val="220"/>
              </a:spcBef>
            </a:pPr>
            <a:r>
              <a:rPr sz="2500" spc="-165" dirty="0">
                <a:solidFill>
                  <a:srgbClr val="1CACE3"/>
                </a:solidFill>
                <a:latin typeface="Cambria" panose="02040503050406030204" pitchFamily="18" charset="0"/>
                <a:ea typeface="Cambria" panose="02040503050406030204" pitchFamily="18" charset="0"/>
                <a:cs typeface="Arial" panose="020B0604020202090204"/>
              </a:rPr>
              <a:t>Acknowledgement </a:t>
            </a:r>
            <a:r>
              <a:rPr sz="2500" spc="-254" dirty="0">
                <a:latin typeface="Cambria" panose="02040503050406030204" pitchFamily="18" charset="0"/>
                <a:ea typeface="Cambria" panose="02040503050406030204" pitchFamily="18" charset="0"/>
                <a:cs typeface="Arial" panose="020B0604020202090204"/>
              </a:rPr>
              <a:t>messages </a:t>
            </a:r>
            <a:r>
              <a:rPr sz="2500" spc="-140" dirty="0">
                <a:latin typeface="Cambria" panose="02040503050406030204" pitchFamily="18" charset="0"/>
                <a:ea typeface="Cambria" panose="02040503050406030204" pitchFamily="18" charset="0"/>
                <a:cs typeface="Arial" panose="020B0604020202090204"/>
              </a:rPr>
              <a:t>confirm </a:t>
            </a:r>
            <a:r>
              <a:rPr sz="2500" spc="-90" dirty="0">
                <a:latin typeface="Cambria" panose="02040503050406030204" pitchFamily="18" charset="0"/>
                <a:ea typeface="Cambria" panose="02040503050406030204" pitchFamily="18" charset="0"/>
                <a:cs typeface="Arial" panose="020B0604020202090204"/>
              </a:rPr>
              <a:t>receipt </a:t>
            </a:r>
            <a:r>
              <a:rPr sz="2500" spc="-5" dirty="0">
                <a:latin typeface="Cambria" panose="02040503050406030204" pitchFamily="18" charset="0"/>
                <a:ea typeface="Cambria" panose="02040503050406030204" pitchFamily="18" charset="0"/>
                <a:cs typeface="Arial" panose="020B0604020202090204"/>
              </a:rPr>
              <a:t>of </a:t>
            </a:r>
            <a:r>
              <a:rPr sz="2500" spc="-155" dirty="0">
                <a:latin typeface="Cambria" panose="02040503050406030204" pitchFamily="18" charset="0"/>
                <a:ea typeface="Cambria" panose="02040503050406030204" pitchFamily="18" charset="0"/>
                <a:cs typeface="Arial" panose="020B0604020202090204"/>
              </a:rPr>
              <a:t>an </a:t>
            </a:r>
            <a:r>
              <a:rPr sz="2500" spc="-105" dirty="0">
                <a:latin typeface="Cambria" panose="02040503050406030204" pitchFamily="18" charset="0"/>
                <a:ea typeface="Cambria" panose="02040503050406030204" pitchFamily="18" charset="0"/>
                <a:cs typeface="Arial" panose="020B0604020202090204"/>
              </a:rPr>
              <a:t>order</a:t>
            </a:r>
            <a:r>
              <a:rPr lang="en-US" sz="2500" spc="-105" dirty="0">
                <a:latin typeface="Cambria" panose="02040503050406030204" pitchFamily="18" charset="0"/>
                <a:ea typeface="Cambria" panose="02040503050406030204" pitchFamily="18" charset="0"/>
                <a:cs typeface="Arial" panose="020B0604020202090204"/>
              </a:rPr>
              <a:t> (reply to an order letter). </a:t>
            </a:r>
            <a:endParaRPr sz="2500" dirty="0">
              <a:latin typeface="Cambria" panose="02040503050406030204" pitchFamily="18" charset="0"/>
              <a:ea typeface="Cambria" panose="02040503050406030204" pitchFamily="18" charset="0"/>
              <a:cs typeface="Arial" panose="020B0604020202090204"/>
            </a:endParaRPr>
          </a:p>
        </p:txBody>
      </p:sp>
      <p:sp>
        <p:nvSpPr>
          <p:cNvPr id="10" name="Title 9"/>
          <p:cNvSpPr>
            <a:spLocks noGrp="1"/>
          </p:cNvSpPr>
          <p:nvPr>
            <p:ph type="title"/>
          </p:nvPr>
        </p:nvSpPr>
        <p:spPr>
          <a:xfrm>
            <a:off x="686181" y="968780"/>
            <a:ext cx="8000619" cy="553998"/>
          </a:xfrm>
        </p:spPr>
        <p:txBody>
          <a:bodyPr>
            <a:normAutofit fontScale="90000"/>
          </a:bodyPr>
          <a:lstStyle/>
          <a:p>
            <a:r>
              <a:rPr lang="en-US" sz="3600" dirty="0">
                <a:latin typeface="Cambria" panose="02040503050406030204" pitchFamily="18" charset="0"/>
                <a:ea typeface="Cambria" panose="02040503050406030204" pitchFamily="18" charset="0"/>
              </a:rPr>
              <a:t>ACKNOWLEDGEMENT MESSAGES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2860" y="907615"/>
            <a:ext cx="7135495" cy="4682490"/>
          </a:xfrm>
          <a:prstGeom prst="rect">
            <a:avLst/>
          </a:prstGeom>
        </p:spPr>
        <p:txBody>
          <a:bodyPr vert="horz" wrap="square" lIns="0" tIns="160020" rIns="0" bIns="0" rtlCol="0">
            <a:spAutoFit/>
          </a:bodyPr>
          <a:lstStyle/>
          <a:p>
            <a:pPr marL="12700">
              <a:lnSpc>
                <a:spcPct val="100000"/>
              </a:lnSpc>
              <a:spcBef>
                <a:spcPts val="1260"/>
              </a:spcBef>
            </a:pPr>
            <a:r>
              <a:rPr sz="2000" spc="-90" dirty="0">
                <a:latin typeface="Cambria" panose="02040503050406030204" pitchFamily="18" charset="0"/>
                <a:ea typeface="Cambria" panose="02040503050406030204" pitchFamily="18" charset="0"/>
                <a:cs typeface="Arial" panose="020B0604020202090204"/>
              </a:rPr>
              <a:t>Dear </a:t>
            </a:r>
            <a:r>
              <a:rPr sz="2000" spc="-130" dirty="0">
                <a:latin typeface="Cambria" panose="02040503050406030204" pitchFamily="18" charset="0"/>
                <a:ea typeface="Cambria" panose="02040503050406030204" pitchFamily="18" charset="0"/>
                <a:cs typeface="Arial" panose="020B0604020202090204"/>
              </a:rPr>
              <a:t>Mr.</a:t>
            </a:r>
            <a:r>
              <a:rPr sz="2000" spc="35" dirty="0">
                <a:latin typeface="Cambria" panose="02040503050406030204" pitchFamily="18" charset="0"/>
                <a:ea typeface="Cambria" panose="02040503050406030204" pitchFamily="18" charset="0"/>
                <a:cs typeface="Arial" panose="020B0604020202090204"/>
              </a:rPr>
              <a:t> </a:t>
            </a:r>
            <a:r>
              <a:rPr sz="2000" spc="-195" dirty="0">
                <a:latin typeface="Cambria" panose="02040503050406030204" pitchFamily="18" charset="0"/>
                <a:ea typeface="Cambria" panose="02040503050406030204" pitchFamily="18" charset="0"/>
                <a:cs typeface="Arial" panose="020B0604020202090204"/>
              </a:rPr>
              <a:t>John:</a:t>
            </a:r>
            <a:endParaRPr sz="2000" dirty="0">
              <a:latin typeface="Cambria" panose="02040503050406030204" pitchFamily="18" charset="0"/>
              <a:ea typeface="Cambria" panose="02040503050406030204" pitchFamily="18" charset="0"/>
              <a:cs typeface="Arial" panose="020B0604020202090204"/>
            </a:endParaRPr>
          </a:p>
          <a:p>
            <a:pPr marL="12700">
              <a:lnSpc>
                <a:spcPct val="100000"/>
              </a:lnSpc>
              <a:spcBef>
                <a:spcPts val="1160"/>
              </a:spcBef>
            </a:pPr>
            <a:r>
              <a:rPr sz="2000" spc="-135" dirty="0">
                <a:latin typeface="Cambria" panose="02040503050406030204" pitchFamily="18" charset="0"/>
                <a:ea typeface="Cambria" panose="02040503050406030204" pitchFamily="18" charset="0"/>
                <a:cs typeface="Arial" panose="020B0604020202090204"/>
              </a:rPr>
              <a:t>Subject: </a:t>
            </a:r>
            <a:r>
              <a:rPr sz="2000" u="heavy" spc="-25" dirty="0">
                <a:uFill>
                  <a:solidFill>
                    <a:srgbClr val="000000"/>
                  </a:solidFill>
                </a:uFill>
                <a:latin typeface="Cambria" panose="02040503050406030204" pitchFamily="18" charset="0"/>
                <a:ea typeface="Cambria" panose="02040503050406030204" pitchFamily="18" charset="0"/>
                <a:cs typeface="Arial" panose="020B0604020202090204"/>
              </a:rPr>
              <a:t>Order </a:t>
            </a:r>
            <a:r>
              <a:rPr sz="2000" u="heavy" spc="-155" dirty="0">
                <a:uFill>
                  <a:solidFill>
                    <a:srgbClr val="000000"/>
                  </a:solidFill>
                </a:uFill>
                <a:latin typeface="Cambria" panose="02040503050406030204" pitchFamily="18" charset="0"/>
                <a:ea typeface="Cambria" panose="02040503050406030204" pitchFamily="18" charset="0"/>
                <a:cs typeface="Arial" panose="020B0604020202090204"/>
              </a:rPr>
              <a:t>Received </a:t>
            </a:r>
            <a:r>
              <a:rPr sz="2000" u="heavy" spc="-10" dirty="0">
                <a:uFill>
                  <a:solidFill>
                    <a:srgbClr val="000000"/>
                  </a:solidFill>
                </a:uFill>
                <a:latin typeface="Cambria" panose="02040503050406030204" pitchFamily="18" charset="0"/>
                <a:ea typeface="Cambria" panose="02040503050406030204" pitchFamily="18" charset="0"/>
                <a:cs typeface="Arial" panose="020B0604020202090204"/>
              </a:rPr>
              <a:t>for </a:t>
            </a:r>
            <a:r>
              <a:rPr sz="2000" u="heavy" spc="-120" dirty="0">
                <a:uFill>
                  <a:solidFill>
                    <a:srgbClr val="000000"/>
                  </a:solidFill>
                </a:uFill>
                <a:latin typeface="Cambria" panose="02040503050406030204" pitchFamily="18" charset="0"/>
                <a:ea typeface="Cambria" panose="02040503050406030204" pitchFamily="18" charset="0"/>
                <a:cs typeface="Arial" panose="020B0604020202090204"/>
              </a:rPr>
              <a:t>Stand </a:t>
            </a:r>
            <a:r>
              <a:rPr sz="2000" u="heavy" spc="-100" dirty="0">
                <a:uFill>
                  <a:solidFill>
                    <a:srgbClr val="000000"/>
                  </a:solidFill>
                </a:uFill>
                <a:latin typeface="Cambria" panose="02040503050406030204" pitchFamily="18" charset="0"/>
                <a:ea typeface="Cambria" panose="02040503050406030204" pitchFamily="18" charset="0"/>
                <a:cs typeface="Arial" panose="020B0604020202090204"/>
              </a:rPr>
              <a:t>Mixers </a:t>
            </a:r>
            <a:r>
              <a:rPr sz="2000" u="heavy" spc="-80" dirty="0">
                <a:uFill>
                  <a:solidFill>
                    <a:srgbClr val="000000"/>
                  </a:solidFill>
                </a:uFill>
                <a:latin typeface="Cambria" panose="02040503050406030204" pitchFamily="18" charset="0"/>
                <a:ea typeface="Cambria" panose="02040503050406030204" pitchFamily="18" charset="0"/>
                <a:cs typeface="Arial" panose="020B0604020202090204"/>
              </a:rPr>
              <a:t>(Model</a:t>
            </a:r>
            <a:r>
              <a:rPr sz="2000" u="heavy" spc="250" dirty="0">
                <a:uFill>
                  <a:solidFill>
                    <a:srgbClr val="000000"/>
                  </a:solidFill>
                </a:uFill>
                <a:latin typeface="Cambria" panose="02040503050406030204" pitchFamily="18" charset="0"/>
                <a:ea typeface="Cambria" panose="02040503050406030204" pitchFamily="18" charset="0"/>
                <a:cs typeface="Arial" panose="020B0604020202090204"/>
              </a:rPr>
              <a:t> </a:t>
            </a:r>
            <a:r>
              <a:rPr sz="2000" u="heavy" spc="5" dirty="0">
                <a:uFill>
                  <a:solidFill>
                    <a:srgbClr val="000000"/>
                  </a:solidFill>
                </a:uFill>
                <a:latin typeface="Cambria" panose="02040503050406030204" pitchFamily="18" charset="0"/>
                <a:ea typeface="Cambria" panose="02040503050406030204" pitchFamily="18" charset="0"/>
                <a:cs typeface="Arial" panose="020B0604020202090204"/>
              </a:rPr>
              <a:t>#43423)</a:t>
            </a:r>
            <a:endParaRPr sz="2200" dirty="0">
              <a:latin typeface="Cambria" panose="02040503050406030204" pitchFamily="18" charset="0"/>
              <a:ea typeface="Cambria" panose="02040503050406030204" pitchFamily="18" charset="0"/>
              <a:cs typeface="Arial" panose="020B0604020202090204"/>
            </a:endParaRPr>
          </a:p>
          <a:p>
            <a:pPr>
              <a:lnSpc>
                <a:spcPct val="100000"/>
              </a:lnSpc>
              <a:spcBef>
                <a:spcPts val="45"/>
              </a:spcBef>
            </a:pPr>
            <a:endParaRPr sz="2100" dirty="0">
              <a:latin typeface="Cambria" panose="02040503050406030204" pitchFamily="18" charset="0"/>
              <a:ea typeface="Cambria" panose="02040503050406030204" pitchFamily="18" charset="0"/>
              <a:cs typeface="Arial" panose="020B0604020202090204"/>
            </a:endParaRPr>
          </a:p>
          <a:p>
            <a:pPr marL="12700" marR="6350" algn="just">
              <a:lnSpc>
                <a:spcPts val="2160"/>
              </a:lnSpc>
            </a:pPr>
            <a:r>
              <a:rPr sz="2000" spc="-195" dirty="0">
                <a:latin typeface="Cambria" panose="02040503050406030204" pitchFamily="18" charset="0"/>
                <a:ea typeface="Cambria" panose="02040503050406030204" pitchFamily="18" charset="0"/>
                <a:cs typeface="Arial" panose="020B0604020202090204"/>
              </a:rPr>
              <a:t>Thank </a:t>
            </a:r>
            <a:r>
              <a:rPr sz="2000" spc="-140" dirty="0">
                <a:latin typeface="Cambria" panose="02040503050406030204" pitchFamily="18" charset="0"/>
                <a:ea typeface="Cambria" panose="02040503050406030204" pitchFamily="18" charset="0"/>
                <a:cs typeface="Arial" panose="020B0604020202090204"/>
              </a:rPr>
              <a:t>you </a:t>
            </a:r>
            <a:r>
              <a:rPr sz="2000" spc="-15" dirty="0">
                <a:latin typeface="Cambria" panose="02040503050406030204" pitchFamily="18" charset="0"/>
                <a:ea typeface="Cambria" panose="02040503050406030204" pitchFamily="18" charset="0"/>
                <a:cs typeface="Arial" panose="020B0604020202090204"/>
              </a:rPr>
              <a:t>for </a:t>
            </a:r>
            <a:r>
              <a:rPr sz="2000" spc="-135" dirty="0">
                <a:latin typeface="Cambria" panose="02040503050406030204" pitchFamily="18" charset="0"/>
                <a:ea typeface="Cambria" panose="02040503050406030204" pitchFamily="18" charset="0"/>
                <a:cs typeface="Arial" panose="020B0604020202090204"/>
              </a:rPr>
              <a:t>you </a:t>
            </a:r>
            <a:r>
              <a:rPr sz="2000" spc="-120" dirty="0">
                <a:latin typeface="Cambria" panose="02040503050406030204" pitchFamily="18" charset="0"/>
                <a:ea typeface="Cambria" panose="02040503050406030204" pitchFamily="18" charset="0"/>
                <a:cs typeface="Arial" panose="020B0604020202090204"/>
              </a:rPr>
              <a:t>recent </a:t>
            </a:r>
            <a:r>
              <a:rPr sz="2000" spc="-50" dirty="0">
                <a:latin typeface="Cambria" panose="02040503050406030204" pitchFamily="18" charset="0"/>
                <a:ea typeface="Cambria" panose="02040503050406030204" pitchFamily="18" charset="0"/>
                <a:cs typeface="Arial" panose="020B0604020202090204"/>
              </a:rPr>
              <a:t>order </a:t>
            </a:r>
            <a:r>
              <a:rPr sz="2000" spc="-5" dirty="0">
                <a:latin typeface="Cambria" panose="02040503050406030204" pitchFamily="18" charset="0"/>
                <a:ea typeface="Cambria" panose="02040503050406030204" pitchFamily="18" charset="0"/>
                <a:cs typeface="Arial" panose="020B0604020202090204"/>
              </a:rPr>
              <a:t>of </a:t>
            </a:r>
            <a:r>
              <a:rPr sz="2000" spc="-130" dirty="0">
                <a:latin typeface="Cambria" panose="02040503050406030204" pitchFamily="18" charset="0"/>
                <a:ea typeface="Cambria" panose="02040503050406030204" pitchFamily="18" charset="0"/>
                <a:cs typeface="Arial" panose="020B0604020202090204"/>
              </a:rPr>
              <a:t>the </a:t>
            </a:r>
            <a:r>
              <a:rPr sz="2000" spc="-70" dirty="0">
                <a:latin typeface="Cambria" panose="02040503050406030204" pitchFamily="18" charset="0"/>
                <a:ea typeface="Cambria" panose="02040503050406030204" pitchFamily="18" charset="0"/>
                <a:cs typeface="Arial" panose="020B0604020202090204"/>
              </a:rPr>
              <a:t>individual </a:t>
            </a:r>
            <a:r>
              <a:rPr sz="2000" spc="-125" dirty="0">
                <a:latin typeface="Cambria" panose="02040503050406030204" pitchFamily="18" charset="0"/>
                <a:ea typeface="Cambria" panose="02040503050406030204" pitchFamily="18" charset="0"/>
                <a:cs typeface="Arial" panose="020B0604020202090204"/>
              </a:rPr>
              <a:t>stand </a:t>
            </a:r>
            <a:r>
              <a:rPr sz="2000" spc="-140" dirty="0">
                <a:latin typeface="Cambria" panose="02040503050406030204" pitchFamily="18" charset="0"/>
                <a:ea typeface="Cambria" panose="02040503050406030204" pitchFamily="18" charset="0"/>
                <a:cs typeface="Arial" panose="020B0604020202090204"/>
              </a:rPr>
              <a:t>mixers </a:t>
            </a:r>
            <a:r>
              <a:rPr sz="2000" spc="-90" dirty="0">
                <a:latin typeface="Cambria" panose="02040503050406030204" pitchFamily="18" charset="0"/>
                <a:ea typeface="Cambria" panose="02040503050406030204" pitchFamily="18" charset="0"/>
                <a:cs typeface="Arial" panose="020B0604020202090204"/>
              </a:rPr>
              <a:t>(Model  </a:t>
            </a:r>
            <a:r>
              <a:rPr sz="2000" spc="-15" dirty="0">
                <a:latin typeface="Cambria" panose="02040503050406030204" pitchFamily="18" charset="0"/>
                <a:ea typeface="Cambria" panose="02040503050406030204" pitchFamily="18" charset="0"/>
                <a:cs typeface="Arial" panose="020B0604020202090204"/>
              </a:rPr>
              <a:t>#43423). </a:t>
            </a:r>
            <a:r>
              <a:rPr sz="2000" spc="-240" dirty="0">
                <a:latin typeface="Cambria" panose="02040503050406030204" pitchFamily="18" charset="0"/>
                <a:ea typeface="Cambria" panose="02040503050406030204" pitchFamily="18" charset="0"/>
                <a:cs typeface="Arial" panose="020B0604020202090204"/>
              </a:rPr>
              <a:t>As </a:t>
            </a:r>
            <a:r>
              <a:rPr sz="2000" spc="-110" dirty="0">
                <a:latin typeface="Cambria" panose="02040503050406030204" pitchFamily="18" charset="0"/>
                <a:ea typeface="Cambria" panose="02040503050406030204" pitchFamily="18" charset="0"/>
                <a:cs typeface="Arial" panose="020B0604020202090204"/>
              </a:rPr>
              <a:t>requested, </a:t>
            </a:r>
            <a:r>
              <a:rPr sz="2000" spc="-135" dirty="0">
                <a:latin typeface="Cambria" panose="02040503050406030204" pitchFamily="18" charset="0"/>
                <a:ea typeface="Cambria" panose="02040503050406030204" pitchFamily="18" charset="0"/>
                <a:cs typeface="Arial" panose="020B0604020202090204"/>
              </a:rPr>
              <a:t>we </a:t>
            </a:r>
            <a:r>
              <a:rPr sz="2000" spc="-35" dirty="0">
                <a:latin typeface="Cambria" panose="02040503050406030204" pitchFamily="18" charset="0"/>
                <a:ea typeface="Cambria" panose="02040503050406030204" pitchFamily="18" charset="0"/>
                <a:cs typeface="Arial" panose="020B0604020202090204"/>
              </a:rPr>
              <a:t>will </a:t>
            </a:r>
            <a:r>
              <a:rPr lang="en-US" sz="2000" spc="-150" dirty="0">
                <a:latin typeface="Cambria" panose="02040503050406030204" pitchFamily="18" charset="0"/>
                <a:ea typeface="Cambria" panose="02040503050406030204" pitchFamily="18" charset="0"/>
                <a:cs typeface="Arial" panose="020B0604020202090204"/>
              </a:rPr>
              <a:t>deliver the items using Ninja/Grab service </a:t>
            </a:r>
            <a:r>
              <a:rPr sz="2000" spc="-175" dirty="0">
                <a:latin typeface="Cambria" panose="02040503050406030204" pitchFamily="18" charset="0"/>
                <a:ea typeface="Cambria" panose="02040503050406030204" pitchFamily="18" charset="0"/>
                <a:cs typeface="Arial" panose="020B0604020202090204"/>
              </a:rPr>
              <a:t>no </a:t>
            </a:r>
            <a:r>
              <a:rPr sz="2000" spc="-35" dirty="0">
                <a:latin typeface="Cambria" panose="02040503050406030204" pitchFamily="18" charset="0"/>
                <a:ea typeface="Cambria" panose="02040503050406030204" pitchFamily="18" charset="0"/>
                <a:cs typeface="Arial" panose="020B0604020202090204"/>
              </a:rPr>
              <a:t>later </a:t>
            </a:r>
            <a:r>
              <a:rPr sz="2000" spc="-130" dirty="0">
                <a:latin typeface="Cambria" panose="02040503050406030204" pitchFamily="18" charset="0"/>
                <a:ea typeface="Cambria" panose="02040503050406030204" pitchFamily="18" charset="0"/>
                <a:cs typeface="Arial" panose="020B0604020202090204"/>
              </a:rPr>
              <a:t>than </a:t>
            </a:r>
            <a:r>
              <a:rPr sz="2000" spc="-100" dirty="0">
                <a:latin typeface="Cambria" panose="02040503050406030204" pitchFamily="18" charset="0"/>
                <a:ea typeface="Cambria" panose="02040503050406030204" pitchFamily="18" charset="0"/>
                <a:cs typeface="Arial" panose="020B0604020202090204"/>
              </a:rPr>
              <a:t>Friday, </a:t>
            </a:r>
            <a:r>
              <a:rPr sz="2000" spc="-25" dirty="0">
                <a:latin typeface="Cambria" panose="02040503050406030204" pitchFamily="18" charset="0"/>
                <a:ea typeface="Cambria" panose="02040503050406030204" pitchFamily="18" charset="0"/>
                <a:cs typeface="Arial" panose="020B0604020202090204"/>
              </a:rPr>
              <a:t>2</a:t>
            </a:r>
            <a:r>
              <a:rPr lang="en-US" sz="2000" spc="-25" dirty="0">
                <a:latin typeface="Cambria" panose="02040503050406030204" pitchFamily="18" charset="0"/>
                <a:ea typeface="Cambria" panose="02040503050406030204" pitchFamily="18" charset="0"/>
                <a:cs typeface="Arial" panose="020B0604020202090204"/>
              </a:rPr>
              <a:t>8</a:t>
            </a:r>
            <a:r>
              <a:rPr sz="2000" spc="-25" dirty="0">
                <a:latin typeface="Cambria" panose="02040503050406030204" pitchFamily="18" charset="0"/>
                <a:ea typeface="Cambria" panose="02040503050406030204" pitchFamily="18" charset="0"/>
                <a:cs typeface="Arial" panose="020B0604020202090204"/>
              </a:rPr>
              <a:t> </a:t>
            </a:r>
            <a:r>
              <a:rPr lang="en-US" sz="2000" spc="-25" dirty="0">
                <a:latin typeface="Cambria" panose="02040503050406030204" pitchFamily="18" charset="0"/>
                <a:ea typeface="Cambria" panose="02040503050406030204" pitchFamily="18" charset="0"/>
                <a:cs typeface="Arial" panose="020B0604020202090204"/>
              </a:rPr>
              <a:t>September </a:t>
            </a:r>
            <a:r>
              <a:rPr sz="2000" spc="-35" dirty="0">
                <a:latin typeface="Cambria" panose="02040503050406030204" pitchFamily="18" charset="0"/>
                <a:ea typeface="Cambria" panose="02040503050406030204" pitchFamily="18" charset="0"/>
                <a:cs typeface="Arial" panose="020B0604020202090204"/>
              </a:rPr>
              <a:t>202</a:t>
            </a:r>
            <a:r>
              <a:rPr lang="en-US" sz="2000" spc="-35" dirty="0">
                <a:latin typeface="Cambria" panose="02040503050406030204" pitchFamily="18" charset="0"/>
                <a:ea typeface="Cambria" panose="02040503050406030204" pitchFamily="18" charset="0"/>
                <a:cs typeface="Arial" panose="020B0604020202090204"/>
              </a:rPr>
              <a:t>6</a:t>
            </a:r>
            <a:r>
              <a:rPr sz="2000" spc="-35" dirty="0">
                <a:latin typeface="Cambria" panose="02040503050406030204" pitchFamily="18" charset="0"/>
                <a:ea typeface="Cambria" panose="02040503050406030204" pitchFamily="18" charset="0"/>
                <a:cs typeface="Arial" panose="020B0604020202090204"/>
              </a:rPr>
              <a:t>.</a:t>
            </a:r>
            <a:endParaRPr sz="2000" dirty="0">
              <a:latin typeface="Cambria" panose="02040503050406030204" pitchFamily="18" charset="0"/>
              <a:ea typeface="Cambria" panose="02040503050406030204" pitchFamily="18" charset="0"/>
              <a:cs typeface="Arial" panose="020B0604020202090204"/>
            </a:endParaRPr>
          </a:p>
          <a:p>
            <a:pPr marL="12700" marR="5080" algn="just">
              <a:lnSpc>
                <a:spcPct val="90000"/>
              </a:lnSpc>
              <a:spcBef>
                <a:spcPts val="1370"/>
              </a:spcBef>
            </a:pPr>
            <a:r>
              <a:rPr sz="2000" spc="-120" dirty="0">
                <a:latin typeface="Cambria" panose="02040503050406030204" pitchFamily="18" charset="0"/>
                <a:ea typeface="Cambria" panose="02040503050406030204" pitchFamily="18" charset="0"/>
                <a:cs typeface="Arial" panose="020B0604020202090204"/>
              </a:rPr>
              <a:t>I </a:t>
            </a:r>
            <a:r>
              <a:rPr sz="2000" spc="-170" dirty="0">
                <a:latin typeface="Cambria" panose="02040503050406030204" pitchFamily="18" charset="0"/>
                <a:ea typeface="Cambria" panose="02040503050406030204" pitchFamily="18" charset="0"/>
                <a:cs typeface="Arial" panose="020B0604020202090204"/>
              </a:rPr>
              <a:t>am </a:t>
            </a:r>
            <a:r>
              <a:rPr sz="2000" spc="-175" dirty="0">
                <a:latin typeface="Cambria" panose="02040503050406030204" pitchFamily="18" charset="0"/>
                <a:ea typeface="Cambria" panose="02040503050406030204" pitchFamily="18" charset="0"/>
                <a:cs typeface="Arial" panose="020B0604020202090204"/>
              </a:rPr>
              <a:t>sure </a:t>
            </a:r>
            <a:r>
              <a:rPr sz="2000" spc="-140" dirty="0">
                <a:latin typeface="Cambria" panose="02040503050406030204" pitchFamily="18" charset="0"/>
                <a:ea typeface="Cambria" panose="02040503050406030204" pitchFamily="18" charset="0"/>
                <a:cs typeface="Arial" panose="020B0604020202090204"/>
              </a:rPr>
              <a:t>you </a:t>
            </a:r>
            <a:r>
              <a:rPr sz="2000" spc="-35" dirty="0">
                <a:latin typeface="Cambria" panose="02040503050406030204" pitchFamily="18" charset="0"/>
                <a:ea typeface="Cambria" panose="02040503050406030204" pitchFamily="18" charset="0"/>
                <a:cs typeface="Arial" panose="020B0604020202090204"/>
              </a:rPr>
              <a:t>will </a:t>
            </a:r>
            <a:r>
              <a:rPr sz="2000" spc="-60" dirty="0">
                <a:latin typeface="Cambria" panose="02040503050406030204" pitchFamily="18" charset="0"/>
                <a:ea typeface="Cambria" panose="02040503050406030204" pitchFamily="18" charset="0"/>
                <a:cs typeface="Arial" panose="020B0604020202090204"/>
              </a:rPr>
              <a:t>be </a:t>
            </a:r>
            <a:r>
              <a:rPr sz="2000" spc="-90" dirty="0">
                <a:latin typeface="Cambria" panose="02040503050406030204" pitchFamily="18" charset="0"/>
                <a:ea typeface="Cambria" panose="02040503050406030204" pitchFamily="18" charset="0"/>
                <a:cs typeface="Arial" panose="020B0604020202090204"/>
              </a:rPr>
              <a:t>pleased </a:t>
            </a:r>
            <a:r>
              <a:rPr sz="2000" spc="-70" dirty="0">
                <a:latin typeface="Cambria" panose="02040503050406030204" pitchFamily="18" charset="0"/>
                <a:ea typeface="Cambria" panose="02040503050406030204" pitchFamily="18" charset="0"/>
                <a:cs typeface="Arial" panose="020B0604020202090204"/>
              </a:rPr>
              <a:t>that </a:t>
            </a:r>
            <a:r>
              <a:rPr sz="2000" spc="-130" dirty="0">
                <a:latin typeface="Cambria" panose="02040503050406030204" pitchFamily="18" charset="0"/>
                <a:ea typeface="Cambria" panose="02040503050406030204" pitchFamily="18" charset="0"/>
                <a:cs typeface="Arial" panose="020B0604020202090204"/>
              </a:rPr>
              <a:t>you </a:t>
            </a:r>
            <a:r>
              <a:rPr sz="2000" spc="-195" dirty="0">
                <a:latin typeface="Cambria" panose="02040503050406030204" pitchFamily="18" charset="0"/>
                <a:ea typeface="Cambria" panose="02040503050406030204" pitchFamily="18" charset="0"/>
                <a:cs typeface="Arial" panose="020B0604020202090204"/>
              </a:rPr>
              <a:t>chose</a:t>
            </a:r>
            <a:r>
              <a:rPr sz="2000" spc="165" dirty="0">
                <a:latin typeface="Cambria" panose="02040503050406030204" pitchFamily="18" charset="0"/>
                <a:ea typeface="Cambria" panose="02040503050406030204" pitchFamily="18" charset="0"/>
                <a:cs typeface="Arial" panose="020B0604020202090204"/>
              </a:rPr>
              <a:t> </a:t>
            </a:r>
            <a:r>
              <a:rPr sz="2000" spc="-125" dirty="0">
                <a:latin typeface="Cambria" panose="02040503050406030204" pitchFamily="18" charset="0"/>
                <a:ea typeface="Cambria" panose="02040503050406030204" pitchFamily="18" charset="0"/>
                <a:cs typeface="Arial" panose="020B0604020202090204"/>
              </a:rPr>
              <a:t>the </a:t>
            </a:r>
            <a:r>
              <a:rPr sz="2000" spc="-70" dirty="0">
                <a:latin typeface="Cambria" panose="02040503050406030204" pitchFamily="18" charset="0"/>
                <a:ea typeface="Cambria" panose="02040503050406030204" pitchFamily="18" charset="0"/>
                <a:cs typeface="Arial" panose="020B0604020202090204"/>
              </a:rPr>
              <a:t>individual </a:t>
            </a:r>
            <a:r>
              <a:rPr sz="2000" spc="-125" dirty="0">
                <a:latin typeface="Cambria" panose="02040503050406030204" pitchFamily="18" charset="0"/>
                <a:ea typeface="Cambria" panose="02040503050406030204" pitchFamily="18" charset="0"/>
                <a:cs typeface="Arial" panose="020B0604020202090204"/>
              </a:rPr>
              <a:t>stand  </a:t>
            </a:r>
            <a:r>
              <a:rPr sz="2000" spc="-140" dirty="0">
                <a:latin typeface="Cambria" panose="02040503050406030204" pitchFamily="18" charset="0"/>
                <a:ea typeface="Cambria" panose="02040503050406030204" pitchFamily="18" charset="0"/>
                <a:cs typeface="Arial" panose="020B0604020202090204"/>
              </a:rPr>
              <a:t>mixers </a:t>
            </a:r>
            <a:r>
              <a:rPr sz="2000" spc="-90" dirty="0">
                <a:latin typeface="Cambria" panose="02040503050406030204" pitchFamily="18" charset="0"/>
                <a:ea typeface="Cambria" panose="02040503050406030204" pitchFamily="18" charset="0"/>
                <a:cs typeface="Arial" panose="020B0604020202090204"/>
              </a:rPr>
              <a:t>(Model </a:t>
            </a:r>
            <a:r>
              <a:rPr sz="2000" spc="-15" dirty="0">
                <a:latin typeface="Cambria" panose="02040503050406030204" pitchFamily="18" charset="0"/>
                <a:ea typeface="Cambria" panose="02040503050406030204" pitchFamily="18" charset="0"/>
                <a:cs typeface="Arial" panose="020B0604020202090204"/>
              </a:rPr>
              <a:t>#43423).</a:t>
            </a:r>
            <a:r>
              <a:rPr lang="en-US" sz="2000" spc="-15" dirty="0">
                <a:latin typeface="Cambria" panose="02040503050406030204" pitchFamily="18" charset="0"/>
                <a:ea typeface="Cambria" panose="02040503050406030204" pitchFamily="18" charset="0"/>
                <a:cs typeface="Arial" panose="020B0604020202090204"/>
              </a:rPr>
              <a:t> </a:t>
            </a:r>
            <a:r>
              <a:rPr lang="en-US" sz="2000" spc="-50" dirty="0">
                <a:latin typeface="Cambria" panose="02040503050406030204" pitchFamily="18" charset="0"/>
                <a:ea typeface="Cambria" panose="02040503050406030204" pitchFamily="18" charset="0"/>
                <a:cs typeface="Arial" panose="020B0604020202090204"/>
              </a:rPr>
              <a:t>The product has all the features that will be relevant to your newly opened factory; fast and reliable, excellent production, 24 hours operation, durability and many more. The product will be under warranty for the next 8 years. </a:t>
            </a:r>
          </a:p>
          <a:p>
            <a:pPr marL="12700" marR="5080" algn="just">
              <a:lnSpc>
                <a:spcPct val="90000"/>
              </a:lnSpc>
              <a:spcBef>
                <a:spcPts val="1370"/>
              </a:spcBef>
            </a:pPr>
            <a:r>
              <a:rPr sz="2000" spc="-185" dirty="0">
                <a:latin typeface="Cambria" panose="02040503050406030204" pitchFamily="18" charset="0"/>
                <a:ea typeface="Cambria" panose="02040503050406030204" pitchFamily="18" charset="0"/>
                <a:cs typeface="Arial" panose="020B0604020202090204"/>
              </a:rPr>
              <a:t>Your </a:t>
            </a:r>
            <a:r>
              <a:rPr sz="2000" spc="-45" dirty="0">
                <a:latin typeface="Cambria" panose="02040503050406030204" pitchFamily="18" charset="0"/>
                <a:ea typeface="Cambria" panose="02040503050406030204" pitchFamily="18" charset="0"/>
                <a:cs typeface="Arial" panose="020B0604020202090204"/>
              </a:rPr>
              <a:t>loyalty </a:t>
            </a:r>
            <a:r>
              <a:rPr sz="2000" spc="-110" dirty="0">
                <a:latin typeface="Cambria" panose="02040503050406030204" pitchFamily="18" charset="0"/>
                <a:ea typeface="Cambria" panose="02040503050406030204" pitchFamily="18" charset="0"/>
                <a:cs typeface="Arial" panose="020B0604020202090204"/>
              </a:rPr>
              <a:t>towards </a:t>
            </a:r>
            <a:r>
              <a:rPr sz="2000" spc="-120" dirty="0">
                <a:latin typeface="Cambria" panose="02040503050406030204" pitchFamily="18" charset="0"/>
                <a:ea typeface="Cambria" panose="02040503050406030204" pitchFamily="18" charset="0"/>
                <a:cs typeface="Arial" panose="020B0604020202090204"/>
              </a:rPr>
              <a:t>our </a:t>
            </a:r>
            <a:r>
              <a:rPr sz="2000" spc="-95" dirty="0">
                <a:latin typeface="Cambria" panose="02040503050406030204" pitchFamily="18" charset="0"/>
                <a:ea typeface="Cambria" panose="02040503050406030204" pitchFamily="18" charset="0"/>
                <a:cs typeface="Arial" panose="020B0604020202090204"/>
              </a:rPr>
              <a:t>product </a:t>
            </a:r>
            <a:r>
              <a:rPr sz="2000" spc="-175" dirty="0">
                <a:latin typeface="Cambria" panose="02040503050406030204" pitchFamily="18" charset="0"/>
                <a:ea typeface="Cambria" panose="02040503050406030204" pitchFamily="18" charset="0"/>
                <a:cs typeface="Arial" panose="020B0604020202090204"/>
              </a:rPr>
              <a:t>is </a:t>
            </a:r>
            <a:r>
              <a:rPr sz="2000" spc="-85" dirty="0">
                <a:latin typeface="Cambria" panose="02040503050406030204" pitchFamily="18" charset="0"/>
                <a:ea typeface="Cambria" panose="02040503050406030204" pitchFamily="18" charset="0"/>
                <a:cs typeface="Arial" panose="020B0604020202090204"/>
              </a:rPr>
              <a:t>highly </a:t>
            </a:r>
            <a:r>
              <a:rPr sz="2000" spc="-60" dirty="0">
                <a:latin typeface="Cambria" panose="02040503050406030204" pitchFamily="18" charset="0"/>
                <a:ea typeface="Cambria" panose="02040503050406030204" pitchFamily="18" charset="0"/>
                <a:cs typeface="Arial" panose="020B0604020202090204"/>
              </a:rPr>
              <a:t>appreciated. </a:t>
            </a:r>
            <a:r>
              <a:rPr sz="2000" spc="-85" dirty="0">
                <a:latin typeface="Cambria" panose="02040503050406030204" pitchFamily="18" charset="0"/>
                <a:ea typeface="Cambria" panose="02040503050406030204" pitchFamily="18" charset="0"/>
                <a:cs typeface="Arial" panose="020B0604020202090204"/>
              </a:rPr>
              <a:t>We</a:t>
            </a:r>
            <a:r>
              <a:rPr sz="2000" spc="250" dirty="0">
                <a:latin typeface="Cambria" panose="02040503050406030204" pitchFamily="18" charset="0"/>
                <a:ea typeface="Cambria" panose="02040503050406030204" pitchFamily="18" charset="0"/>
                <a:cs typeface="Arial" panose="020B0604020202090204"/>
              </a:rPr>
              <a:t> </a:t>
            </a:r>
            <a:r>
              <a:rPr sz="2000" spc="-50" dirty="0">
                <a:latin typeface="Cambria" panose="02040503050406030204" pitchFamily="18" charset="0"/>
                <a:ea typeface="Cambria" panose="02040503050406030204" pitchFamily="18" charset="0"/>
                <a:cs typeface="Arial" panose="020B0604020202090204"/>
              </a:rPr>
              <a:t>are</a:t>
            </a:r>
            <a:endParaRPr sz="2000" dirty="0">
              <a:latin typeface="Cambria" panose="02040503050406030204" pitchFamily="18" charset="0"/>
              <a:ea typeface="Cambria" panose="02040503050406030204" pitchFamily="18" charset="0"/>
              <a:cs typeface="Arial" panose="020B0604020202090204"/>
            </a:endParaRPr>
          </a:p>
          <a:p>
            <a:pPr marL="12700" algn="just">
              <a:lnSpc>
                <a:spcPts val="2280"/>
              </a:lnSpc>
            </a:pPr>
            <a:r>
              <a:rPr sz="2000" spc="-85" dirty="0">
                <a:latin typeface="Cambria" panose="02040503050406030204" pitchFamily="18" charset="0"/>
                <a:ea typeface="Cambria" panose="02040503050406030204" pitchFamily="18" charset="0"/>
                <a:cs typeface="Arial" panose="020B0604020202090204"/>
              </a:rPr>
              <a:t>looking </a:t>
            </a:r>
            <a:r>
              <a:rPr sz="2000" spc="-35" dirty="0">
                <a:latin typeface="Cambria" panose="02040503050406030204" pitchFamily="18" charset="0"/>
                <a:ea typeface="Cambria" panose="02040503050406030204" pitchFamily="18" charset="0"/>
                <a:cs typeface="Arial" panose="020B0604020202090204"/>
              </a:rPr>
              <a:t>forward </a:t>
            </a:r>
            <a:r>
              <a:rPr sz="2000" spc="-65" dirty="0">
                <a:latin typeface="Cambria" panose="02040503050406030204" pitchFamily="18" charset="0"/>
                <a:ea typeface="Cambria" panose="02040503050406030204" pitchFamily="18" charset="0"/>
                <a:cs typeface="Arial" panose="020B0604020202090204"/>
              </a:rPr>
              <a:t>to </a:t>
            </a:r>
            <a:r>
              <a:rPr sz="2000" spc="-125" dirty="0">
                <a:latin typeface="Cambria" panose="02040503050406030204" pitchFamily="18" charset="0"/>
                <a:ea typeface="Cambria" panose="02040503050406030204" pitchFamily="18" charset="0"/>
                <a:cs typeface="Arial" panose="020B0604020202090204"/>
              </a:rPr>
              <a:t>serve</a:t>
            </a:r>
            <a:r>
              <a:rPr sz="2000" spc="45" dirty="0">
                <a:latin typeface="Cambria" panose="02040503050406030204" pitchFamily="18" charset="0"/>
                <a:ea typeface="Cambria" panose="02040503050406030204" pitchFamily="18" charset="0"/>
                <a:cs typeface="Arial" panose="020B0604020202090204"/>
              </a:rPr>
              <a:t> </a:t>
            </a:r>
            <a:r>
              <a:rPr sz="2000" spc="-130" dirty="0">
                <a:latin typeface="Cambria" panose="02040503050406030204" pitchFamily="18" charset="0"/>
                <a:ea typeface="Cambria" panose="02040503050406030204" pitchFamily="18" charset="0"/>
                <a:cs typeface="Arial" panose="020B0604020202090204"/>
              </a:rPr>
              <a:t>you</a:t>
            </a:r>
            <a:r>
              <a:rPr lang="en-US" sz="2000" spc="-130" dirty="0">
                <a:latin typeface="Cambria" panose="02040503050406030204" pitchFamily="18" charset="0"/>
                <a:ea typeface="Cambria" panose="02040503050406030204" pitchFamily="18" charset="0"/>
                <a:cs typeface="Arial" panose="020B0604020202090204"/>
              </a:rPr>
              <a:t> more with our upcoming product – Star Blender </a:t>
            </a:r>
            <a:r>
              <a:rPr sz="2000" spc="-130" dirty="0">
                <a:latin typeface="Cambria" panose="02040503050406030204" pitchFamily="18" charset="0"/>
                <a:ea typeface="Cambria" panose="02040503050406030204" pitchFamily="18" charset="0"/>
                <a:cs typeface="Arial" panose="020B0604020202090204"/>
              </a:rPr>
              <a:t>.</a:t>
            </a:r>
            <a:endParaRPr sz="2000" dirty="0">
              <a:latin typeface="Cambria" panose="02040503050406030204" pitchFamily="18" charset="0"/>
              <a:ea typeface="Cambria" panose="02040503050406030204" pitchFamily="18" charset="0"/>
              <a:cs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1537</Words>
  <Application>Microsoft Office PowerPoint</Application>
  <PresentationFormat>On-screen Show (4:3)</PresentationFormat>
  <Paragraphs>114</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vt:lpstr>
      <vt:lpstr>Office Theme</vt:lpstr>
      <vt:lpstr>Writing Routine (Neutral), Positive (Good News) and Goodwill Messages</vt:lpstr>
      <vt:lpstr>  </vt:lpstr>
      <vt:lpstr>DIRECT APPROACH</vt:lpstr>
      <vt:lpstr>THANK YOU MESSAGES</vt:lpstr>
      <vt:lpstr>PowerPoint Presentation</vt:lpstr>
      <vt:lpstr>CONDOLENCE MESSAGES</vt:lpstr>
      <vt:lpstr>PowerPoint Presentation</vt:lpstr>
      <vt:lpstr>CONGRATULATORY MESSAGES</vt:lpstr>
      <vt:lpstr>PowerPoint Presentation</vt:lpstr>
      <vt:lpstr>PowerPoint Presentation</vt:lpstr>
      <vt:lpstr>RECOMMENDATION MESSAGES</vt:lpstr>
      <vt:lpstr>PowerPoint Presentation</vt:lpstr>
      <vt:lpstr>PowerPoint Presentation</vt:lpstr>
      <vt:lpstr>INQUIRY MESSAGES</vt:lpstr>
      <vt:lpstr>PowerPoint Presentation</vt:lpstr>
      <vt:lpstr>ORDER MESSAGES</vt:lpstr>
      <vt:lpstr>PowerPoint Presentation</vt:lpstr>
      <vt:lpstr>ACKNOWLEDGEMENT MESSAGES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Janet Shanks</dc:creator>
  <cp:lastModifiedBy>Akma Safian</cp:lastModifiedBy>
  <cp:revision>41</cp:revision>
  <dcterms:created xsi:type="dcterms:W3CDTF">2025-11-06T03:51:55Z</dcterms:created>
  <dcterms:modified xsi:type="dcterms:W3CDTF">2026-05-18T01:50:26Z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2020-11-11T15:00:00Z</vt:filetime>
  </property>
  <property fmtid="{D5CDD505-2E9C-101B-9397-08002B2CF9AE}" pid="3" name="Creator">
    <vt:lpwstr>Microsoft® PowerPoint® 2016</vt:lpwstr>
  </property>
  <property fmtid="{D5CDD505-2E9C-101B-9397-08002B2CF9AE}" pid="4" name="LastSaved">
    <vt:filetime>2022-10-31T15:00:00Z</vt:filetime>
  </property>
  <property fmtid="{D5CDD505-2E9C-101B-9397-08002B2CF9AE}" pid="5" name="ICV">
    <vt:lpwstr>A405EF9FF6D24F205B1B0C692BAFE342_43</vt:lpwstr>
  </property>
  <property fmtid="{D5CDD505-2E9C-101B-9397-08002B2CF9AE}" pid="6" name="KSOProductBuildVer">
    <vt:lpwstr>1033-12.1.22554.22554</vt:lpwstr>
  </property>
</Properties>
</file>